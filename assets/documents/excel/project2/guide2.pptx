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53B3-C81C-380C-08C1-836FBEFE25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MICROSOFT EXCEL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E40DA-E426-689E-B273-998DC9C3EC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MICROSOFT IMAGINE ACADEMY – ADELEKE UNIVERSITY</a:t>
            </a:r>
          </a:p>
        </p:txBody>
      </p:sp>
    </p:spTree>
    <p:extLst>
      <p:ext uri="{BB962C8B-B14F-4D97-AF65-F5344CB8AC3E}">
        <p14:creationId xmlns:p14="http://schemas.microsoft.com/office/powerpoint/2010/main" val="1218978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5F55-6715-68A7-572D-96B7E4E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84348"/>
            <a:ext cx="8911687" cy="66243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FILE FORMAT AND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2BF98-E1D8-C2FD-F6D9-A05C9DC1A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253" y="847061"/>
            <a:ext cx="8915400" cy="917944"/>
          </a:xfrm>
        </p:spPr>
        <p:txBody>
          <a:bodyPr/>
          <a:lstStyle/>
          <a:p>
            <a:r>
              <a:rPr lang="en-US" dirty="0"/>
              <a:t>Change window views (View the Windows Side by Side)</a:t>
            </a:r>
          </a:p>
          <a:p>
            <a:r>
              <a:rPr lang="en-US" dirty="0"/>
              <a:t>View                   Window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765CC-69F6-1301-0A0D-1B292CFF3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6329"/>
            <a:ext cx="12192000" cy="16639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1F5CEF-ABED-7A6E-3622-A69D6E851184}"/>
              </a:ext>
            </a:extLst>
          </p:cNvPr>
          <p:cNvSpPr/>
          <p:nvPr/>
        </p:nvSpPr>
        <p:spPr>
          <a:xfrm>
            <a:off x="4614530" y="2360428"/>
            <a:ext cx="584791" cy="3083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4CE70D-7776-4518-7205-D88D5DEAE006}"/>
              </a:ext>
            </a:extLst>
          </p:cNvPr>
          <p:cNvSpPr/>
          <p:nvPr/>
        </p:nvSpPr>
        <p:spPr>
          <a:xfrm>
            <a:off x="9090836" y="2619153"/>
            <a:ext cx="425303" cy="9427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B2FC5D-E315-1BE1-2DA6-AA43A75A599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199321" y="2514600"/>
            <a:ext cx="3891515" cy="5759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D556AB-662B-8AE1-F9E9-74B22981AF1C}"/>
              </a:ext>
            </a:extLst>
          </p:cNvPr>
          <p:cNvCxnSpPr/>
          <p:nvPr/>
        </p:nvCxnSpPr>
        <p:spPr>
          <a:xfrm>
            <a:off x="3551275" y="1435396"/>
            <a:ext cx="94629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04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FCB12-EFAC-EB6F-DB3E-45C574260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314" y="538716"/>
            <a:ext cx="8915400" cy="1268819"/>
          </a:xfrm>
        </p:spPr>
        <p:txBody>
          <a:bodyPr/>
          <a:lstStyle/>
          <a:p>
            <a:r>
              <a:rPr lang="en-US" dirty="0"/>
              <a:t>Save workbooks in alternative file formats</a:t>
            </a:r>
          </a:p>
          <a:p>
            <a:r>
              <a:rPr lang="en-US" dirty="0"/>
              <a:t>File                Browse                  Format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5A5AF-1EEE-5DC2-DE54-D8187747B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921" y="1665292"/>
            <a:ext cx="9760688" cy="51927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553F44-C09F-3D50-71C0-2E8E2F41FAA2}"/>
              </a:ext>
            </a:extLst>
          </p:cNvPr>
          <p:cNvSpPr/>
          <p:nvPr/>
        </p:nvSpPr>
        <p:spPr>
          <a:xfrm>
            <a:off x="2147777" y="4051005"/>
            <a:ext cx="850604" cy="2977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EA094-E375-831A-B5A4-30C0DC37F18C}"/>
              </a:ext>
            </a:extLst>
          </p:cNvPr>
          <p:cNvSpPr/>
          <p:nvPr/>
        </p:nvSpPr>
        <p:spPr>
          <a:xfrm>
            <a:off x="11472714" y="2707758"/>
            <a:ext cx="340056" cy="3118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48AB4-6020-58FE-9034-870106844DE3}"/>
              </a:ext>
            </a:extLst>
          </p:cNvPr>
          <p:cNvSpPr/>
          <p:nvPr/>
        </p:nvSpPr>
        <p:spPr>
          <a:xfrm>
            <a:off x="3512288" y="5925879"/>
            <a:ext cx="2431312" cy="3934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883994-5D64-51E6-A4CA-FEFBFA4A873F}"/>
              </a:ext>
            </a:extLst>
          </p:cNvPr>
          <p:cNvCxnSpPr/>
          <p:nvPr/>
        </p:nvCxnSpPr>
        <p:spPr>
          <a:xfrm>
            <a:off x="3423684" y="1137684"/>
            <a:ext cx="8612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B3E19F-C9DB-312D-1D5D-E036CCDC15E0}"/>
              </a:ext>
            </a:extLst>
          </p:cNvPr>
          <p:cNvCxnSpPr/>
          <p:nvPr/>
        </p:nvCxnSpPr>
        <p:spPr>
          <a:xfrm>
            <a:off x="5330456" y="1137684"/>
            <a:ext cx="8612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29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E9576-F557-2065-1928-D5F9E857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886" y="432390"/>
            <a:ext cx="8915400" cy="1470838"/>
          </a:xfrm>
        </p:spPr>
        <p:txBody>
          <a:bodyPr/>
          <a:lstStyle/>
          <a:p>
            <a:r>
              <a:rPr lang="en-US" dirty="0"/>
              <a:t>Import data from .csv files</a:t>
            </a:r>
          </a:p>
          <a:p>
            <a:r>
              <a:rPr lang="en-US" dirty="0"/>
              <a:t>Data            From Text/CSV (Get and Transform Data)            Load To                Import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79B1E-7F64-857E-B64B-1B8720019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0586"/>
            <a:ext cx="9490471" cy="5042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1864E-7D7E-9B6F-CACC-D3F271B1B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178" y="2261592"/>
            <a:ext cx="3025822" cy="30258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D5572F-4DC4-23FC-E421-0BEEBB51714F}"/>
              </a:ext>
            </a:extLst>
          </p:cNvPr>
          <p:cNvSpPr/>
          <p:nvPr/>
        </p:nvSpPr>
        <p:spPr>
          <a:xfrm>
            <a:off x="3168502" y="1552353"/>
            <a:ext cx="467833" cy="350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077CFA-020D-E910-FE75-673D5B5FD1AF}"/>
              </a:ext>
            </a:extLst>
          </p:cNvPr>
          <p:cNvSpPr/>
          <p:nvPr/>
        </p:nvSpPr>
        <p:spPr>
          <a:xfrm>
            <a:off x="466973" y="1818167"/>
            <a:ext cx="233916" cy="26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742F86-62C8-04EE-D199-3A1413713CBC}"/>
              </a:ext>
            </a:extLst>
          </p:cNvPr>
          <p:cNvSpPr/>
          <p:nvPr/>
        </p:nvSpPr>
        <p:spPr>
          <a:xfrm>
            <a:off x="7562434" y="5883348"/>
            <a:ext cx="233916" cy="26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8F9B5B-EE66-A16D-758A-8D5261CFB7F0}"/>
              </a:ext>
            </a:extLst>
          </p:cNvPr>
          <p:cNvSpPr/>
          <p:nvPr/>
        </p:nvSpPr>
        <p:spPr>
          <a:xfrm>
            <a:off x="7562434" y="6274095"/>
            <a:ext cx="932980" cy="26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FCA604-1910-9258-2EE9-03677B6004FF}"/>
              </a:ext>
            </a:extLst>
          </p:cNvPr>
          <p:cNvSpPr/>
          <p:nvPr/>
        </p:nvSpPr>
        <p:spPr>
          <a:xfrm>
            <a:off x="9373513" y="2780926"/>
            <a:ext cx="1078292" cy="26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F1E16-827B-B2A8-7A3C-7AB6268BC220}"/>
              </a:ext>
            </a:extLst>
          </p:cNvPr>
          <p:cNvSpPr/>
          <p:nvPr/>
        </p:nvSpPr>
        <p:spPr>
          <a:xfrm>
            <a:off x="9431992" y="4347456"/>
            <a:ext cx="1078292" cy="26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D68138-AFFE-15FC-7110-047C80544520}"/>
              </a:ext>
            </a:extLst>
          </p:cNvPr>
          <p:cNvSpPr/>
          <p:nvPr/>
        </p:nvSpPr>
        <p:spPr>
          <a:xfrm>
            <a:off x="10139943" y="4966318"/>
            <a:ext cx="1078292" cy="26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876171-945A-8A64-7FBA-01E2C3E355D7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700889" y="1727791"/>
            <a:ext cx="2467613" cy="2206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673F22-3495-C4AA-FDB0-12C562F9C1A4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>
            <a:off x="583931" y="2078665"/>
            <a:ext cx="6978503" cy="39349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5A6E9B-5593-7F91-C7EF-9C0B740E8316}"/>
              </a:ext>
            </a:extLst>
          </p:cNvPr>
          <p:cNvCxnSpPr>
            <a:cxnSpLocks/>
            <a:stCxn id="11" idx="0"/>
            <a:endCxn id="23" idx="1"/>
          </p:cNvCxnSpPr>
          <p:nvPr/>
        </p:nvCxnSpPr>
        <p:spPr>
          <a:xfrm flipV="1">
            <a:off x="8028924" y="3744204"/>
            <a:ext cx="695117" cy="25298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Left Brace 22">
            <a:extLst>
              <a:ext uri="{FF2B5EF4-FFF2-40B4-BE49-F238E27FC236}">
                <a16:creationId xmlns:a16="http://schemas.microsoft.com/office/drawing/2014/main" id="{3FB2645F-C30F-A5B3-E03C-F8E3E5B992BB}"/>
              </a:ext>
            </a:extLst>
          </p:cNvPr>
          <p:cNvSpPr/>
          <p:nvPr/>
        </p:nvSpPr>
        <p:spPr>
          <a:xfrm>
            <a:off x="8724041" y="2261592"/>
            <a:ext cx="442137" cy="2965224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C3DEBF4-9D25-8057-0A2E-A003AE19FAB1}"/>
              </a:ext>
            </a:extLst>
          </p:cNvPr>
          <p:cNvCxnSpPr/>
          <p:nvPr/>
        </p:nvCxnSpPr>
        <p:spPr>
          <a:xfrm>
            <a:off x="3519377" y="1020726"/>
            <a:ext cx="64858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A33792-0C99-2791-9D86-05F56BFC7849}"/>
              </a:ext>
            </a:extLst>
          </p:cNvPr>
          <p:cNvCxnSpPr/>
          <p:nvPr/>
        </p:nvCxnSpPr>
        <p:spPr>
          <a:xfrm>
            <a:off x="8841885" y="1020726"/>
            <a:ext cx="64858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6FCAD4A-949E-F059-D5EC-94FF27A134CE}"/>
              </a:ext>
            </a:extLst>
          </p:cNvPr>
          <p:cNvCxnSpPr>
            <a:cxnSpLocks/>
          </p:cNvCxnSpPr>
          <p:nvPr/>
        </p:nvCxnSpPr>
        <p:spPr>
          <a:xfrm flipV="1">
            <a:off x="10510284" y="1020726"/>
            <a:ext cx="1036674" cy="35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59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9D2-6B87-34E7-3DB9-5426EC63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326399"/>
            <a:ext cx="8911687" cy="54547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LAYOUT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9F18B-7C36-A2D6-6075-5371E1D29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20" y="1488557"/>
            <a:ext cx="11457791" cy="15336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357DC5-7B72-C26D-8B1C-3A4B4EBBDD7B}"/>
              </a:ext>
            </a:extLst>
          </p:cNvPr>
          <p:cNvSpPr/>
          <p:nvPr/>
        </p:nvSpPr>
        <p:spPr>
          <a:xfrm>
            <a:off x="574720" y="2562447"/>
            <a:ext cx="935103" cy="372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C9CC49-3C85-07DF-91AE-492652DB5DD9}"/>
              </a:ext>
            </a:extLst>
          </p:cNvPr>
          <p:cNvSpPr/>
          <p:nvPr/>
        </p:nvSpPr>
        <p:spPr>
          <a:xfrm>
            <a:off x="1769112" y="2562446"/>
            <a:ext cx="718908" cy="372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19150F-A929-8433-850D-DEAB80C8F20B}"/>
              </a:ext>
            </a:extLst>
          </p:cNvPr>
          <p:cNvSpPr/>
          <p:nvPr/>
        </p:nvSpPr>
        <p:spPr>
          <a:xfrm>
            <a:off x="2589211" y="2562445"/>
            <a:ext cx="9443299" cy="372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E84FC6-7A9D-3EAD-7190-3E64BF6467EC}"/>
              </a:ext>
            </a:extLst>
          </p:cNvPr>
          <p:cNvCxnSpPr>
            <a:stCxn id="6" idx="2"/>
          </p:cNvCxnSpPr>
          <p:nvPr/>
        </p:nvCxnSpPr>
        <p:spPr>
          <a:xfrm flipH="1">
            <a:off x="1020726" y="2934586"/>
            <a:ext cx="21546" cy="691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C20A70-24FB-1684-4CB3-4D59199EFFD7}"/>
              </a:ext>
            </a:extLst>
          </p:cNvPr>
          <p:cNvCxnSpPr/>
          <p:nvPr/>
        </p:nvCxnSpPr>
        <p:spPr>
          <a:xfrm flipH="1">
            <a:off x="2107020" y="2947801"/>
            <a:ext cx="21546" cy="691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F91A2C-4CDB-B9F9-408B-107277647B82}"/>
              </a:ext>
            </a:extLst>
          </p:cNvPr>
          <p:cNvCxnSpPr/>
          <p:nvPr/>
        </p:nvCxnSpPr>
        <p:spPr>
          <a:xfrm flipH="1">
            <a:off x="6682565" y="2934584"/>
            <a:ext cx="21546" cy="691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2B6D4A-F663-4E0F-76FB-592BF865C51E}"/>
              </a:ext>
            </a:extLst>
          </p:cNvPr>
          <p:cNvSpPr txBox="1"/>
          <p:nvPr/>
        </p:nvSpPr>
        <p:spPr>
          <a:xfrm>
            <a:off x="574720" y="3600249"/>
            <a:ext cx="935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 Box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8D802C-3DA6-5709-161D-374B9E5E6DA4}"/>
              </a:ext>
            </a:extLst>
          </p:cNvPr>
          <p:cNvSpPr txBox="1"/>
          <p:nvPr/>
        </p:nvSpPr>
        <p:spPr>
          <a:xfrm>
            <a:off x="1769112" y="3652133"/>
            <a:ext cx="1169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 Box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AC608-28B6-3807-755C-62E450CEF271}"/>
              </a:ext>
            </a:extLst>
          </p:cNvPr>
          <p:cNvSpPr txBox="1"/>
          <p:nvPr/>
        </p:nvSpPr>
        <p:spPr>
          <a:xfrm>
            <a:off x="6187868" y="3685306"/>
            <a:ext cx="1169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Formular Bar</a:t>
            </a:r>
          </a:p>
        </p:txBody>
      </p:sp>
    </p:spTree>
    <p:extLst>
      <p:ext uri="{BB962C8B-B14F-4D97-AF65-F5344CB8AC3E}">
        <p14:creationId xmlns:p14="http://schemas.microsoft.com/office/powerpoint/2010/main" val="186562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F174-8B50-0491-4CBD-E87E39E93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30706"/>
            <a:ext cx="8911687" cy="52420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AUTOFILL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B4909-E437-2057-1437-B03D16733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2924" y="689345"/>
            <a:ext cx="8915400" cy="3632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Home             (Editing Group) Fill                 Series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7EA17D-0A8D-F22C-31BE-37A4A188E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51" y="1057942"/>
            <a:ext cx="10214345" cy="3443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3E80C3-0878-C5C5-921E-A50A19F29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672" y="4742596"/>
            <a:ext cx="2441761" cy="22154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1AD5F2-4535-021D-AF91-94336DCD7348}"/>
              </a:ext>
            </a:extLst>
          </p:cNvPr>
          <p:cNvSpPr/>
          <p:nvPr/>
        </p:nvSpPr>
        <p:spPr>
          <a:xfrm>
            <a:off x="2126512" y="1036676"/>
            <a:ext cx="659218" cy="3455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2237DC-B9C6-251E-FC76-CDCA4867354B}"/>
              </a:ext>
            </a:extLst>
          </p:cNvPr>
          <p:cNvSpPr/>
          <p:nvPr/>
        </p:nvSpPr>
        <p:spPr>
          <a:xfrm>
            <a:off x="9994605" y="1648049"/>
            <a:ext cx="620232" cy="2619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E06BE-39CB-6271-750A-5D610CFF3C77}"/>
              </a:ext>
            </a:extLst>
          </p:cNvPr>
          <p:cNvSpPr/>
          <p:nvPr/>
        </p:nvSpPr>
        <p:spPr>
          <a:xfrm>
            <a:off x="10362219" y="3450266"/>
            <a:ext cx="620232" cy="2619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F3DC016-6228-A165-108B-DF61AC14EB86}"/>
              </a:ext>
            </a:extLst>
          </p:cNvPr>
          <p:cNvSpPr/>
          <p:nvPr/>
        </p:nvSpPr>
        <p:spPr>
          <a:xfrm>
            <a:off x="6411433" y="4742596"/>
            <a:ext cx="457200" cy="2215452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A740D7-F99E-3D7E-8FFF-6BE00A1FA1A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785730" y="1209455"/>
            <a:ext cx="7208875" cy="5695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9A2DE1-8091-D03B-3C1C-3E756AEDF453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304721" y="1909985"/>
            <a:ext cx="349102" cy="1540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A4D92A-65AF-51EE-F4F2-C9E59100AEB9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 flipH="1">
            <a:off x="6868633" y="3581234"/>
            <a:ext cx="3493586" cy="22690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9FAC73-8FE5-7DA8-8B6C-692E56D509B9}"/>
              </a:ext>
            </a:extLst>
          </p:cNvPr>
          <p:cNvCxnSpPr/>
          <p:nvPr/>
        </p:nvCxnSpPr>
        <p:spPr>
          <a:xfrm>
            <a:off x="3487479" y="839970"/>
            <a:ext cx="754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3C8B0A-CF69-5091-05CA-BF5A140212D1}"/>
              </a:ext>
            </a:extLst>
          </p:cNvPr>
          <p:cNvCxnSpPr/>
          <p:nvPr/>
        </p:nvCxnSpPr>
        <p:spPr>
          <a:xfrm>
            <a:off x="6443332" y="850609"/>
            <a:ext cx="7549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601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1AC8-7F63-FDB8-337B-8EB646F66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358296"/>
            <a:ext cx="8911687" cy="48167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HYPERLINK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F2230-0217-BA83-4A57-78F59581C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839972"/>
            <a:ext cx="8915400" cy="481676"/>
          </a:xfrm>
        </p:spPr>
        <p:txBody>
          <a:bodyPr/>
          <a:lstStyle/>
          <a:p>
            <a:r>
              <a:rPr lang="en-US" dirty="0"/>
              <a:t>Insert            Link             Place in This Document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EF2F2-2AEE-C1E9-D908-BE49248E9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699" y="1541804"/>
            <a:ext cx="10269468" cy="4957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7D7EBB-5F54-F2B3-92B9-FCF0599F829A}"/>
              </a:ext>
            </a:extLst>
          </p:cNvPr>
          <p:cNvSpPr/>
          <p:nvPr/>
        </p:nvSpPr>
        <p:spPr>
          <a:xfrm>
            <a:off x="2589212" y="1541804"/>
            <a:ext cx="515495" cy="361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3D3E3-BF60-9EF8-816F-9ECD4A0ED5B1}"/>
              </a:ext>
            </a:extLst>
          </p:cNvPr>
          <p:cNvSpPr/>
          <p:nvPr/>
        </p:nvSpPr>
        <p:spPr>
          <a:xfrm>
            <a:off x="11111024" y="1842768"/>
            <a:ext cx="613144" cy="9854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D80D52-0883-F6CF-D1D2-49BF3BC20619}"/>
              </a:ext>
            </a:extLst>
          </p:cNvPr>
          <p:cNvSpPr/>
          <p:nvPr/>
        </p:nvSpPr>
        <p:spPr>
          <a:xfrm>
            <a:off x="3863162" y="4020754"/>
            <a:ext cx="974651" cy="731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9F654AD-5D0C-CC37-FC50-640F7AF7EEE7}"/>
              </a:ext>
            </a:extLst>
          </p:cNvPr>
          <p:cNvSpPr/>
          <p:nvPr/>
        </p:nvSpPr>
        <p:spPr>
          <a:xfrm>
            <a:off x="9601200" y="4242391"/>
            <a:ext cx="446567" cy="1690576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A13091-43CE-F5A4-3074-ECA72BE3306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104707" y="1722516"/>
            <a:ext cx="8006317" cy="6129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D9EBA7-596F-946D-FAC8-DD2AEF98AEFB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4837813" y="2335514"/>
            <a:ext cx="6273211" cy="20512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2014A5-0122-C5F8-FB13-BDB51DBD38E9}"/>
              </a:ext>
            </a:extLst>
          </p:cNvPr>
          <p:cNvCxnSpPr/>
          <p:nvPr/>
        </p:nvCxnSpPr>
        <p:spPr>
          <a:xfrm>
            <a:off x="3636335" y="1010093"/>
            <a:ext cx="6379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9C05C5-C35A-F42B-09C2-DC85276DAF88}"/>
              </a:ext>
            </a:extLst>
          </p:cNvPr>
          <p:cNvCxnSpPr/>
          <p:nvPr/>
        </p:nvCxnSpPr>
        <p:spPr>
          <a:xfrm>
            <a:off x="4873249" y="1013631"/>
            <a:ext cx="6379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67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96B7-1B73-9558-B176-A9AB9DD6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15766"/>
            <a:ext cx="8911687" cy="52420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CELL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EDA08-2D78-F73E-1E69-B7371C245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4152" y="1027814"/>
            <a:ext cx="8915400" cy="524206"/>
          </a:xfrm>
        </p:spPr>
        <p:txBody>
          <a:bodyPr/>
          <a:lstStyle/>
          <a:p>
            <a:r>
              <a:rPr lang="en-US" dirty="0"/>
              <a:t>Home            (Style) Cell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0280A-F1BE-3270-38FB-073B97C40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7" y="1637080"/>
            <a:ext cx="10792046" cy="522091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C150AF-A1CB-E5E6-BA34-A77E47EC93A9}"/>
              </a:ext>
            </a:extLst>
          </p:cNvPr>
          <p:cNvCxnSpPr/>
          <p:nvPr/>
        </p:nvCxnSpPr>
        <p:spPr>
          <a:xfrm>
            <a:off x="3678865" y="1222743"/>
            <a:ext cx="66985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ACA4F09-4ABF-936A-9436-4C9923370337}"/>
              </a:ext>
            </a:extLst>
          </p:cNvPr>
          <p:cNvSpPr/>
          <p:nvPr/>
        </p:nvSpPr>
        <p:spPr>
          <a:xfrm>
            <a:off x="1541721" y="1647713"/>
            <a:ext cx="430803" cy="244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236796-A96B-4C00-C3A5-937D184BCFE9}"/>
              </a:ext>
            </a:extLst>
          </p:cNvPr>
          <p:cNvSpPr/>
          <p:nvPr/>
        </p:nvSpPr>
        <p:spPr>
          <a:xfrm>
            <a:off x="5766391" y="2327861"/>
            <a:ext cx="1080976" cy="2771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CFFE62F-5BB4-3050-1C92-4E8CFAD8A290}"/>
              </a:ext>
            </a:extLst>
          </p:cNvPr>
          <p:cNvSpPr/>
          <p:nvPr/>
        </p:nvSpPr>
        <p:spPr>
          <a:xfrm>
            <a:off x="5146158" y="2721935"/>
            <a:ext cx="680484" cy="4136064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1259E0-7B8F-0D03-114F-339A6AED296E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972524" y="1770154"/>
            <a:ext cx="3793867" cy="6962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64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0AFFA-8628-1C23-CF89-9D8C05CA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51971"/>
            <a:ext cx="8911687" cy="57736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Sort Data by Multiple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C2DA0-0F8A-B460-2E44-6D61BEC40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4151" y="829340"/>
            <a:ext cx="8915400" cy="662763"/>
          </a:xfrm>
        </p:spPr>
        <p:txBody>
          <a:bodyPr/>
          <a:lstStyle/>
          <a:p>
            <a:r>
              <a:rPr lang="en-US" dirty="0"/>
              <a:t>Home                   Sort and Filter                Custom Sort                     Add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B2FE6-3E11-D4C7-D134-8CD8507EE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78" y="1406709"/>
            <a:ext cx="10426995" cy="2534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6C5872-9863-BB2D-5A76-8A994BC69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273" y="4108820"/>
            <a:ext cx="5806741" cy="274918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3D674F-551E-07DC-027F-E53F01F61DEC}"/>
              </a:ext>
            </a:extLst>
          </p:cNvPr>
          <p:cNvCxnSpPr/>
          <p:nvPr/>
        </p:nvCxnSpPr>
        <p:spPr>
          <a:xfrm>
            <a:off x="3668233" y="1020726"/>
            <a:ext cx="10207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E1A5A1-C69D-FCA8-A91B-737DC5A00EAC}"/>
              </a:ext>
            </a:extLst>
          </p:cNvPr>
          <p:cNvCxnSpPr>
            <a:cxnSpLocks/>
          </p:cNvCxnSpPr>
          <p:nvPr/>
        </p:nvCxnSpPr>
        <p:spPr>
          <a:xfrm>
            <a:off x="6358270" y="1020726"/>
            <a:ext cx="8647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AA189B-1BDC-21F7-96F2-D037DF772A09}"/>
              </a:ext>
            </a:extLst>
          </p:cNvPr>
          <p:cNvCxnSpPr>
            <a:cxnSpLocks/>
          </p:cNvCxnSpPr>
          <p:nvPr/>
        </p:nvCxnSpPr>
        <p:spPr>
          <a:xfrm>
            <a:off x="8839200" y="1013638"/>
            <a:ext cx="8647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5260E58-D228-D254-1D94-8C0CB7C5BD3E}"/>
              </a:ext>
            </a:extLst>
          </p:cNvPr>
          <p:cNvSpPr/>
          <p:nvPr/>
        </p:nvSpPr>
        <p:spPr>
          <a:xfrm>
            <a:off x="2073349" y="1406709"/>
            <a:ext cx="515863" cy="2525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7F8BB8-8297-FB78-81DB-1B36344B48B9}"/>
              </a:ext>
            </a:extLst>
          </p:cNvPr>
          <p:cNvSpPr/>
          <p:nvPr/>
        </p:nvSpPr>
        <p:spPr>
          <a:xfrm>
            <a:off x="10560088" y="1659243"/>
            <a:ext cx="515862" cy="3451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55B02A-D1FB-52CD-A6D1-66C4D5CD0BB5}"/>
              </a:ext>
            </a:extLst>
          </p:cNvPr>
          <p:cNvSpPr/>
          <p:nvPr/>
        </p:nvSpPr>
        <p:spPr>
          <a:xfrm>
            <a:off x="10638059" y="2581721"/>
            <a:ext cx="1447613" cy="3451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7FEFE6-6AE5-B30E-5299-5C977C490276}"/>
              </a:ext>
            </a:extLst>
          </p:cNvPr>
          <p:cNvSpPr/>
          <p:nvPr/>
        </p:nvSpPr>
        <p:spPr>
          <a:xfrm>
            <a:off x="1780344" y="4435330"/>
            <a:ext cx="899061" cy="3599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8EF66E-2737-5900-9C38-B9273D218AFD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2589212" y="1532976"/>
            <a:ext cx="7970876" cy="2988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7D3DBB-999C-1C9A-8B0E-41BC287E994A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0818019" y="2004352"/>
            <a:ext cx="543847" cy="5773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Brace 24">
            <a:extLst>
              <a:ext uri="{FF2B5EF4-FFF2-40B4-BE49-F238E27FC236}">
                <a16:creationId xmlns:a16="http://schemas.microsoft.com/office/drawing/2014/main" id="{E7D92F80-CCCC-7457-F438-F2F43B839B01}"/>
              </a:ext>
            </a:extLst>
          </p:cNvPr>
          <p:cNvSpPr/>
          <p:nvPr/>
        </p:nvSpPr>
        <p:spPr>
          <a:xfrm>
            <a:off x="7581014" y="4108820"/>
            <a:ext cx="808074" cy="2749180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60F2E4-5BBF-B2C8-D7AA-7FF109E40259}"/>
              </a:ext>
            </a:extLst>
          </p:cNvPr>
          <p:cNvCxnSpPr>
            <a:stCxn id="17" idx="2"/>
            <a:endCxn id="25" idx="1"/>
          </p:cNvCxnSpPr>
          <p:nvPr/>
        </p:nvCxnSpPr>
        <p:spPr>
          <a:xfrm flipH="1">
            <a:off x="8389088" y="2926830"/>
            <a:ext cx="2972778" cy="25565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318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1B19-42FE-D41C-0048-C57EA78A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98808"/>
            <a:ext cx="8911687" cy="47104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Built-in Conditional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A5DB1-C0B8-6EF6-9D64-26E7BB918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023" y="600740"/>
            <a:ext cx="9537589" cy="471043"/>
          </a:xfrm>
        </p:spPr>
        <p:txBody>
          <a:bodyPr/>
          <a:lstStyle/>
          <a:p>
            <a:r>
              <a:rPr lang="en-US" dirty="0"/>
              <a:t>Home             Conditional Formatting            Top/Bottom Rules            TOP 10%...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4E2462-C9E4-12B2-2202-F1D5EBB1F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49" y="1226289"/>
            <a:ext cx="8644806" cy="39129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940E42-5C61-ED9B-C260-83F804A3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510" y="5224223"/>
            <a:ext cx="3633490" cy="168961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C40319-DBAE-7962-F8BD-A53309505546}"/>
              </a:ext>
            </a:extLst>
          </p:cNvPr>
          <p:cNvCxnSpPr/>
          <p:nvPr/>
        </p:nvCxnSpPr>
        <p:spPr>
          <a:xfrm>
            <a:off x="3115340" y="808074"/>
            <a:ext cx="7230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0FF53E-E996-2503-0D52-251E57FEA600}"/>
              </a:ext>
            </a:extLst>
          </p:cNvPr>
          <p:cNvCxnSpPr>
            <a:cxnSpLocks/>
          </p:cNvCxnSpPr>
          <p:nvPr/>
        </p:nvCxnSpPr>
        <p:spPr>
          <a:xfrm>
            <a:off x="6592186" y="808074"/>
            <a:ext cx="5989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521FD3-A1F8-D42D-A72A-0330C30D3836}"/>
              </a:ext>
            </a:extLst>
          </p:cNvPr>
          <p:cNvCxnSpPr>
            <a:cxnSpLocks/>
          </p:cNvCxnSpPr>
          <p:nvPr/>
        </p:nvCxnSpPr>
        <p:spPr>
          <a:xfrm>
            <a:off x="9221973" y="808074"/>
            <a:ext cx="5989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AE643A7-366F-4E91-454B-608F1D626C67}"/>
              </a:ext>
            </a:extLst>
          </p:cNvPr>
          <p:cNvSpPr/>
          <p:nvPr/>
        </p:nvSpPr>
        <p:spPr>
          <a:xfrm>
            <a:off x="404037" y="1226289"/>
            <a:ext cx="574158" cy="336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34A97E-D1C6-5950-1188-4C058E551715}"/>
              </a:ext>
            </a:extLst>
          </p:cNvPr>
          <p:cNvSpPr/>
          <p:nvPr/>
        </p:nvSpPr>
        <p:spPr>
          <a:xfrm>
            <a:off x="5043376" y="1505614"/>
            <a:ext cx="1814623" cy="336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E03D1-C4CF-1871-D095-CD19146A6876}"/>
              </a:ext>
            </a:extLst>
          </p:cNvPr>
          <p:cNvSpPr/>
          <p:nvPr/>
        </p:nvSpPr>
        <p:spPr>
          <a:xfrm>
            <a:off x="5043377" y="2200941"/>
            <a:ext cx="2005392" cy="423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D71F14-F6C2-CB08-5F3B-5AEB7C678FC9}"/>
              </a:ext>
            </a:extLst>
          </p:cNvPr>
          <p:cNvSpPr/>
          <p:nvPr/>
        </p:nvSpPr>
        <p:spPr>
          <a:xfrm>
            <a:off x="6971416" y="2624869"/>
            <a:ext cx="1694119" cy="423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8F1671C7-B64C-5878-98A4-8A195ED41F25}"/>
              </a:ext>
            </a:extLst>
          </p:cNvPr>
          <p:cNvSpPr/>
          <p:nvPr/>
        </p:nvSpPr>
        <p:spPr>
          <a:xfrm rot="5400000">
            <a:off x="10039673" y="3033237"/>
            <a:ext cx="663463" cy="363349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5143BE-8E79-61E6-BCB4-0B71FD50E19A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978195" y="1394638"/>
            <a:ext cx="4065181" cy="2793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370048-9A2B-05BD-D7C9-0A98108FB41C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950688" y="1842311"/>
            <a:ext cx="95385" cy="3586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935338-D8EB-AFB5-8B26-386FC58B76C8}"/>
              </a:ext>
            </a:extLst>
          </p:cNvPr>
          <p:cNvCxnSpPr>
            <a:cxnSpLocks/>
            <a:stCxn id="16" idx="3"/>
            <a:endCxn id="17" idx="0"/>
          </p:cNvCxnSpPr>
          <p:nvPr/>
        </p:nvCxnSpPr>
        <p:spPr>
          <a:xfrm>
            <a:off x="7048769" y="2412905"/>
            <a:ext cx="769707" cy="2119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0E24C5-AEAB-DBDD-049A-F111C7534FA7}"/>
              </a:ext>
            </a:extLst>
          </p:cNvPr>
          <p:cNvCxnSpPr>
            <a:cxnSpLocks/>
            <a:stCxn id="17" idx="2"/>
            <a:endCxn id="18" idx="1"/>
          </p:cNvCxnSpPr>
          <p:nvPr/>
        </p:nvCxnSpPr>
        <p:spPr>
          <a:xfrm>
            <a:off x="7818476" y="3048797"/>
            <a:ext cx="2552929" cy="14694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376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ADF9-B313-1C57-E44D-F77C508D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41338"/>
            <a:ext cx="8911687" cy="4497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/>
              <a:t>SET UP PRINT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9F8A-D40A-5BEF-42EA-E1754E0CD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4493" y="628123"/>
            <a:ext cx="9576406" cy="524539"/>
          </a:xfrm>
        </p:spPr>
        <p:txBody>
          <a:bodyPr/>
          <a:lstStyle/>
          <a:p>
            <a:r>
              <a:rPr lang="en-US" dirty="0"/>
              <a:t>Page Layout                     Page Setup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2FBCE-38DD-3531-76E0-0B9B75F52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152662"/>
            <a:ext cx="8623380" cy="570533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034489-19B6-0C69-F9A6-9734E2156838}"/>
              </a:ext>
            </a:extLst>
          </p:cNvPr>
          <p:cNvCxnSpPr/>
          <p:nvPr/>
        </p:nvCxnSpPr>
        <p:spPr>
          <a:xfrm>
            <a:off x="3859619" y="818707"/>
            <a:ext cx="11695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D05C152-A7F1-E212-EBDA-31DABF84A0D3}"/>
              </a:ext>
            </a:extLst>
          </p:cNvPr>
          <p:cNvSpPr/>
          <p:nvPr/>
        </p:nvSpPr>
        <p:spPr>
          <a:xfrm>
            <a:off x="4901609" y="1152662"/>
            <a:ext cx="967563" cy="386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FAAA21-21DC-32FB-4213-B56FF071F266}"/>
              </a:ext>
            </a:extLst>
          </p:cNvPr>
          <p:cNvSpPr/>
          <p:nvPr/>
        </p:nvSpPr>
        <p:spPr>
          <a:xfrm>
            <a:off x="5612218" y="2137144"/>
            <a:ext cx="2766238" cy="2767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24EA106-2922-501C-B861-89236E2F26F0}"/>
              </a:ext>
            </a:extLst>
          </p:cNvPr>
          <p:cNvSpPr/>
          <p:nvPr/>
        </p:nvSpPr>
        <p:spPr>
          <a:xfrm>
            <a:off x="3189767" y="2402958"/>
            <a:ext cx="520996" cy="4455042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262B0E-4765-3698-F953-0A12B9B25728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385391" y="1539447"/>
            <a:ext cx="1609946" cy="5976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6576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356</TotalTime>
  <Words>121</Words>
  <Application>Microsoft Office PowerPoint</Application>
  <PresentationFormat>Widescreen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MICROSOFT EXCEL 2</vt:lpstr>
      <vt:lpstr>FILE FORMAT AND VIEWS</vt:lpstr>
      <vt:lpstr>PowerPoint Presentation</vt:lpstr>
      <vt:lpstr>PowerPoint Presentation</vt:lpstr>
      <vt:lpstr>LAYOUT TITLE</vt:lpstr>
      <vt:lpstr>AUTOFILL</vt:lpstr>
      <vt:lpstr>HYPERLINK</vt:lpstr>
      <vt:lpstr>CELL STYLE</vt:lpstr>
      <vt:lpstr>Sort Data by Multiple Column</vt:lpstr>
      <vt:lpstr>Built-in Conditional Formatting</vt:lpstr>
      <vt:lpstr>SET UP PRINT AREA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Laptop</dc:creator>
  <cp:lastModifiedBy>Office Laptop</cp:lastModifiedBy>
  <cp:revision>11</cp:revision>
  <dcterms:created xsi:type="dcterms:W3CDTF">2026-01-02T20:24:54Z</dcterms:created>
  <dcterms:modified xsi:type="dcterms:W3CDTF">2026-01-10T00:14:06Z</dcterms:modified>
</cp:coreProperties>
</file>