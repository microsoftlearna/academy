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44"/>
  </p:notesMasterIdLst>
  <p:handoutMasterIdLst>
    <p:handoutMasterId r:id="rId45"/>
  </p:handoutMasterIdLst>
  <p:sldIdLst>
    <p:sldId id="256" r:id="rId5"/>
    <p:sldId id="277" r:id="rId6"/>
    <p:sldId id="295" r:id="rId7"/>
    <p:sldId id="296" r:id="rId8"/>
    <p:sldId id="261" r:id="rId9"/>
    <p:sldId id="262" r:id="rId10"/>
    <p:sldId id="289" r:id="rId11"/>
    <p:sldId id="264" r:id="rId12"/>
    <p:sldId id="266" r:id="rId13"/>
    <p:sldId id="297" r:id="rId14"/>
    <p:sldId id="258" r:id="rId15"/>
    <p:sldId id="298" r:id="rId16"/>
    <p:sldId id="278" r:id="rId17"/>
    <p:sldId id="292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27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60" d="100"/>
          <a:sy n="60" d="100"/>
        </p:scale>
        <p:origin x="244" y="4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MICROSOFT WORD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/>
          <a:p>
            <a:r>
              <a:rPr lang="en-US" dirty="0"/>
              <a:t>MR. Babalola Elijah      -     MIA INSTRUCTOR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34" y="2014855"/>
            <a:ext cx="3171825" cy="394017"/>
          </a:xfrm>
        </p:spPr>
        <p:txBody>
          <a:bodyPr>
            <a:normAutofit fontScale="90000"/>
          </a:bodyPr>
          <a:lstStyle/>
          <a:p>
            <a:r>
              <a:rPr lang="en-US" dirty="0"/>
              <a:t>BRIEF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234" y="2728913"/>
            <a:ext cx="4418071" cy="1225867"/>
          </a:xfrm>
        </p:spPr>
        <p:txBody>
          <a:bodyPr>
            <a:noAutofit/>
          </a:bodyPr>
          <a:lstStyle/>
          <a:p>
            <a:r>
              <a:rPr lang="en-US" sz="1800" dirty="0"/>
              <a:t>We shall be working on 38 tasks based on the exam objectives for Exam MO-110: Microsoft Word (Microsoft 365 Apps).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2BAB0-AE26-FC89-8E5E-588D7EBA46BB}"/>
              </a:ext>
            </a:extLst>
          </p:cNvPr>
          <p:cNvSpPr txBox="1"/>
          <p:nvPr/>
        </p:nvSpPr>
        <p:spPr>
          <a:xfrm>
            <a:off x="1118234" y="4274821"/>
            <a:ext cx="4708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Resources: </a:t>
            </a:r>
          </a:p>
          <a:p>
            <a:r>
              <a:rPr lang="en-US" dirty="0"/>
              <a:t>Download files listed below before beginning tasks</a:t>
            </a:r>
          </a:p>
          <a:p>
            <a:pPr lvl="0"/>
            <a:r>
              <a:rPr lang="en-US" b="1" dirty="0"/>
              <a:t>Project1_datafile.docx</a:t>
            </a:r>
            <a:r>
              <a:rPr lang="en-US" dirty="0"/>
              <a:t> in the </a:t>
            </a:r>
            <a:r>
              <a:rPr lang="en-US" b="1" dirty="0" err="1"/>
              <a:t>Project_Files</a:t>
            </a:r>
            <a:r>
              <a:rPr lang="en-US" dirty="0"/>
              <a:t> folder</a:t>
            </a:r>
          </a:p>
          <a:p>
            <a:pPr lvl="0"/>
            <a:r>
              <a:rPr lang="en-US" b="1" dirty="0"/>
              <a:t>sign_illustration.png</a:t>
            </a:r>
            <a:r>
              <a:rPr lang="en-US" dirty="0"/>
              <a:t> in the </a:t>
            </a:r>
            <a:r>
              <a:rPr lang="en-US" b="1" dirty="0" err="1"/>
              <a:t>Project_Files</a:t>
            </a:r>
            <a:r>
              <a:rPr lang="en-US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EE7-5216-D07B-A944-C5B77CF5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800E-66EE-D53F-D5A4-2845D46C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42545"/>
            <a:ext cx="8421688" cy="662303"/>
          </a:xfrm>
        </p:spPr>
        <p:txBody>
          <a:bodyPr/>
          <a:lstStyle/>
          <a:p>
            <a:r>
              <a:rPr lang="en-US" dirty="0"/>
              <a:t>UNDERSTANDING THE INTERFACE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4D2FDCE3-B55E-E5B9-3852-24829522F8F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D96F9EA0-97A6-E769-CC91-BDAB55165EB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26205EB0-4342-1BFA-BD76-9C621BCB98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2FD7CB-DC23-2992-3F8C-916B18138842}"/>
              </a:ext>
            </a:extLst>
          </p:cNvPr>
          <p:cNvSpPr txBox="1"/>
          <p:nvPr/>
        </p:nvSpPr>
        <p:spPr>
          <a:xfrm>
            <a:off x="2028825" y="904848"/>
            <a:ext cx="5916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 START;</a:t>
            </a:r>
          </a:p>
        </p:txBody>
      </p:sp>
      <p:pic>
        <p:nvPicPr>
          <p:cNvPr id="27" name="Picture 26" descr="A screenshot of a computer">
            <a:extLst>
              <a:ext uri="{FF2B5EF4-FFF2-40B4-BE49-F238E27FC236}">
                <a16:creationId xmlns:a16="http://schemas.microsoft.com/office/drawing/2014/main" id="{099836AA-83DF-25E7-5A75-13DC4CE6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14" y="1366513"/>
            <a:ext cx="9818371" cy="4989837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B7FC859-536A-4233-C4E8-070F1C86A6ED}"/>
              </a:ext>
            </a:extLst>
          </p:cNvPr>
          <p:cNvCxnSpPr>
            <a:cxnSpLocks/>
          </p:cNvCxnSpPr>
          <p:nvPr/>
        </p:nvCxnSpPr>
        <p:spPr>
          <a:xfrm flipV="1">
            <a:off x="5092995" y="3429000"/>
            <a:ext cx="0" cy="26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9F15871-73C8-6F05-C527-83C5E64B172E}"/>
              </a:ext>
            </a:extLst>
          </p:cNvPr>
          <p:cNvCxnSpPr/>
          <p:nvPr/>
        </p:nvCxnSpPr>
        <p:spPr>
          <a:xfrm>
            <a:off x="4114800" y="2700670"/>
            <a:ext cx="1531088" cy="637953"/>
          </a:xfrm>
          <a:prstGeom prst="straightConnector1">
            <a:avLst/>
          </a:prstGeom>
          <a:ln w="412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DC6774E-DFDB-DC91-1954-2426CDCB9139}"/>
              </a:ext>
            </a:extLst>
          </p:cNvPr>
          <p:cNvSpPr txBox="1"/>
          <p:nvPr/>
        </p:nvSpPr>
        <p:spPr>
          <a:xfrm>
            <a:off x="5645887" y="2971800"/>
            <a:ext cx="2299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 start a document with no format</a:t>
            </a:r>
          </a:p>
        </p:txBody>
      </p:sp>
    </p:spTree>
    <p:extLst>
      <p:ext uri="{BB962C8B-B14F-4D97-AF65-F5344CB8AC3E}">
        <p14:creationId xmlns:p14="http://schemas.microsoft.com/office/powerpoint/2010/main" val="35707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A0C9-230D-CA11-89F7-2D74B503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E8A6-F601-1D3F-71D4-EBCC6AE8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2354"/>
            <a:ext cx="8421688" cy="662303"/>
          </a:xfrm>
        </p:spPr>
        <p:txBody>
          <a:bodyPr/>
          <a:lstStyle/>
          <a:p>
            <a:r>
              <a:rPr lang="en-US" dirty="0"/>
              <a:t>UNDERSTANDING THE INTERFACE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0C40C4CA-B0E3-AC76-85B0-A933D5B5940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78A75F3F-61FF-9164-512A-E94A09FE526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403D0A83-B1E4-364F-650B-B22F8C6B4CC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45B1A2-62F7-9C69-51CB-2FCBCA5738DC}"/>
              </a:ext>
            </a:extLst>
          </p:cNvPr>
          <p:cNvCxnSpPr>
            <a:cxnSpLocks/>
          </p:cNvCxnSpPr>
          <p:nvPr/>
        </p:nvCxnSpPr>
        <p:spPr>
          <a:xfrm flipV="1">
            <a:off x="5092995" y="3429000"/>
            <a:ext cx="0" cy="26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54DAD54-EAE5-CCB4-B1E0-711A8A41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6" y="1212112"/>
            <a:ext cx="10930270" cy="5220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A27830-BE2C-D03A-DB80-0D39D58710DC}"/>
              </a:ext>
            </a:extLst>
          </p:cNvPr>
          <p:cNvSpPr txBox="1"/>
          <p:nvPr/>
        </p:nvSpPr>
        <p:spPr>
          <a:xfrm>
            <a:off x="1635642" y="738669"/>
            <a:ext cx="330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07577-270A-E7CD-A4B5-14E28B0B7910}"/>
              </a:ext>
            </a:extLst>
          </p:cNvPr>
          <p:cNvSpPr/>
          <p:nvPr/>
        </p:nvSpPr>
        <p:spPr>
          <a:xfrm>
            <a:off x="691116" y="818708"/>
            <a:ext cx="10930270" cy="54226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9FD511E-002D-F0CE-C707-8A9AB3998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7" y="2578100"/>
            <a:ext cx="10930270" cy="1701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B7FF81-18D4-E316-954C-357E10E4A30C}"/>
              </a:ext>
            </a:extLst>
          </p:cNvPr>
          <p:cNvSpPr txBox="1"/>
          <p:nvPr/>
        </p:nvSpPr>
        <p:spPr>
          <a:xfrm>
            <a:off x="1635642" y="1108001"/>
            <a:ext cx="330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INSERT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BA5AA8-7008-0C5D-5193-F041523D3501}"/>
              </a:ext>
            </a:extLst>
          </p:cNvPr>
          <p:cNvSpPr/>
          <p:nvPr/>
        </p:nvSpPr>
        <p:spPr>
          <a:xfrm>
            <a:off x="691116" y="818708"/>
            <a:ext cx="10930270" cy="54226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ED438-F37C-2A46-1498-5D283432ABD1}"/>
              </a:ext>
            </a:extLst>
          </p:cNvPr>
          <p:cNvSpPr txBox="1"/>
          <p:nvPr/>
        </p:nvSpPr>
        <p:spPr>
          <a:xfrm>
            <a:off x="4306186" y="2208768"/>
            <a:ext cx="2941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Draw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Mailings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95354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9" grpId="0"/>
      <p:bldP spid="11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b="1" dirty="0"/>
              <a:t>TASK 1-4;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TASK</a:t>
            </a:r>
            <a:r>
              <a:rPr lang="en-US" dirty="0"/>
              <a:t>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en-US" b="1" dirty="0"/>
              <a:t>TASK</a:t>
            </a:r>
            <a:r>
              <a:rPr lang="en-US" dirty="0"/>
              <a:t>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en-US" b="1" dirty="0"/>
              <a:t>TASK</a:t>
            </a:r>
            <a:r>
              <a:rPr lang="en-US" dirty="0"/>
              <a:t> 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en-US" b="1" dirty="0"/>
              <a:t>TASK</a:t>
            </a:r>
            <a:r>
              <a:rPr lang="en-US" dirty="0"/>
              <a:t> 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en-US" dirty="0"/>
              <a:t>Locate and remove Hidden Properties and Personal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/>
          <a:lstStyle/>
          <a:p>
            <a:r>
              <a:rPr lang="en-US" dirty="0"/>
              <a:t>Apply built-in character and paragraph styles 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en-US" dirty="0"/>
              <a:t>Apply formatting by using Format Painter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en-US" dirty="0"/>
              <a:t>Apply text effects</a:t>
            </a:r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476529"/>
            <a:ext cx="8421688" cy="365125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07286" y="1740366"/>
            <a:ext cx="10270908" cy="1057308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Open Project1_datafile.docx                   File                     Info                        Inspect Document          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0EA7E8-A465-45E7-EBC1-E4975E79C396}"/>
              </a:ext>
            </a:extLst>
          </p:cNvPr>
          <p:cNvSpPr txBox="1"/>
          <p:nvPr/>
        </p:nvSpPr>
        <p:spPr>
          <a:xfrm>
            <a:off x="3043646" y="821361"/>
            <a:ext cx="8151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1;</a:t>
            </a:r>
          </a:p>
          <a:p>
            <a:r>
              <a:rPr lang="en-US" dirty="0"/>
              <a:t>Locate and remove Hidden Properties and Personal Information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F1F01AA-6F72-14F7-2968-9DE91B4D1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06" y="2451256"/>
            <a:ext cx="5776197" cy="39050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EE2844-ED8D-8305-5D54-88F682BA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98" y="2364377"/>
            <a:ext cx="5776196" cy="3991973"/>
          </a:xfrm>
          <a:prstGeom prst="rect">
            <a:avLst/>
          </a:prstGeom>
        </p:spPr>
      </p:pic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93805A67-A970-2ED3-6084-E830D4B2BA89}"/>
              </a:ext>
            </a:extLst>
          </p:cNvPr>
          <p:cNvSpPr/>
          <p:nvPr/>
        </p:nvSpPr>
        <p:spPr>
          <a:xfrm>
            <a:off x="4486520" y="1922888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41A9500A-944E-5D7B-AED1-6078A4C250ED}"/>
              </a:ext>
            </a:extLst>
          </p:cNvPr>
          <p:cNvSpPr/>
          <p:nvPr/>
        </p:nvSpPr>
        <p:spPr>
          <a:xfrm>
            <a:off x="5993103" y="1917048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DDCF161-76F4-8B1C-1C20-B2F3E5F9FE9A}"/>
              </a:ext>
            </a:extLst>
          </p:cNvPr>
          <p:cNvSpPr/>
          <p:nvPr/>
        </p:nvSpPr>
        <p:spPr>
          <a:xfrm>
            <a:off x="7725305" y="1917048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91836"/>
            <a:ext cx="4426131" cy="1325563"/>
          </a:xfrm>
        </p:spPr>
        <p:txBody>
          <a:bodyPr>
            <a:normAutofit/>
          </a:bodyPr>
          <a:lstStyle/>
          <a:p>
            <a:r>
              <a:rPr lang="en-US" sz="2000" b="1" dirty="0"/>
              <a:t>TASK</a:t>
            </a:r>
            <a:r>
              <a:rPr lang="en-US" sz="2000" dirty="0"/>
              <a:t> 2;</a:t>
            </a:r>
            <a:br>
              <a:rPr lang="en-US" dirty="0"/>
            </a:br>
            <a:r>
              <a:rPr lang="en-US" sz="2000" b="1" dirty="0"/>
              <a:t>Apply built-in character and paragraph styles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HEADING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Home                       Styles                        Heading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HEADING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/>
          <a:lstStyle/>
          <a:p>
            <a:r>
              <a:rPr lang="en-US" dirty="0"/>
              <a:t>Home                       Styles                        Heading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HEADING 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6043749" cy="8330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Heading 3 is not visible;</a:t>
            </a:r>
          </a:p>
          <a:p>
            <a:r>
              <a:rPr lang="en-US" dirty="0"/>
              <a:t>Home                           Styles                             Heading 2                  </a:t>
            </a:r>
          </a:p>
          <a:p>
            <a:r>
              <a:rPr lang="en-US" dirty="0"/>
              <a:t> Apply Styles                            Type  “Heading 3”     </a:t>
            </a:r>
          </a:p>
          <a:p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46236939-5C65-2B9B-4880-54581EE83E0E}"/>
              </a:ext>
            </a:extLst>
          </p:cNvPr>
          <p:cNvSpPr/>
          <p:nvPr/>
        </p:nvSpPr>
        <p:spPr>
          <a:xfrm>
            <a:off x="6628829" y="1978563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36610B7B-39B4-6BB7-D292-3DA7BC18EF0F}"/>
              </a:ext>
            </a:extLst>
          </p:cNvPr>
          <p:cNvSpPr/>
          <p:nvPr/>
        </p:nvSpPr>
        <p:spPr>
          <a:xfrm>
            <a:off x="8135125" y="1975143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BCD68F57-E740-AEE9-5FA3-8684DB150D36}"/>
              </a:ext>
            </a:extLst>
          </p:cNvPr>
          <p:cNvSpPr/>
          <p:nvPr/>
        </p:nvSpPr>
        <p:spPr>
          <a:xfrm>
            <a:off x="6628828" y="3093032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7D7EDD49-4A0C-00FC-D862-00CE6C479ED0}"/>
              </a:ext>
            </a:extLst>
          </p:cNvPr>
          <p:cNvSpPr/>
          <p:nvPr/>
        </p:nvSpPr>
        <p:spPr>
          <a:xfrm>
            <a:off x="8135125" y="3093032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821EC052-0A91-090E-C1A3-7453857C653B}"/>
              </a:ext>
            </a:extLst>
          </p:cNvPr>
          <p:cNvSpPr/>
          <p:nvPr/>
        </p:nvSpPr>
        <p:spPr>
          <a:xfrm>
            <a:off x="6628827" y="4430083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BC8C4E64-34E7-5159-22D4-6AEC9AA4300F}"/>
              </a:ext>
            </a:extLst>
          </p:cNvPr>
          <p:cNvSpPr/>
          <p:nvPr/>
        </p:nvSpPr>
        <p:spPr>
          <a:xfrm>
            <a:off x="8135124" y="4430083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999891A8-109B-AD88-666A-2766B0407535}"/>
              </a:ext>
            </a:extLst>
          </p:cNvPr>
          <p:cNvSpPr/>
          <p:nvPr/>
        </p:nvSpPr>
        <p:spPr>
          <a:xfrm>
            <a:off x="10171038" y="4397164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56221779-EE1F-8F85-380F-024E24681566}"/>
              </a:ext>
            </a:extLst>
          </p:cNvPr>
          <p:cNvSpPr/>
          <p:nvPr/>
        </p:nvSpPr>
        <p:spPr>
          <a:xfrm>
            <a:off x="7091441" y="4708659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>
            <a:normAutofit/>
          </a:bodyPr>
          <a:lstStyle/>
          <a:p>
            <a:r>
              <a:rPr lang="en-US" sz="1800" b="1" dirty="0"/>
              <a:t>TASK 3:</a:t>
            </a:r>
            <a:br>
              <a:rPr lang="en-US" sz="2400" b="1" dirty="0"/>
            </a:br>
            <a:r>
              <a:rPr lang="en-US" sz="2400" b="1" dirty="0"/>
              <a:t>Apply formatting by using Format Painter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861685" cy="15255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en-US" sz="1800" dirty="0"/>
              <a:t>Use the Format Painter to copy the formatting;</a:t>
            </a:r>
          </a:p>
          <a:p>
            <a:pPr algn="just"/>
            <a:r>
              <a:rPr lang="en-US" sz="1800" dirty="0"/>
              <a:t> </a:t>
            </a:r>
          </a:p>
          <a:p>
            <a:pPr algn="just"/>
            <a:r>
              <a:rPr lang="en-US" sz="1800" dirty="0"/>
              <a:t>From the source file, copy the formatting of “Identified Plants and Flowers” to the section titles “Greenhouse Option” and “Outsourcing Option”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1211265"/>
            <a:ext cx="8421688" cy="365125"/>
          </a:xfrm>
        </p:spPr>
        <p:txBody>
          <a:bodyPr>
            <a:normAutofit fontScale="90000"/>
          </a:bodyPr>
          <a:lstStyle/>
          <a:p>
            <a:r>
              <a:rPr lang="en-US" dirty="0"/>
              <a:t>Apply text effects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929808"/>
            <a:ext cx="7633126" cy="550027"/>
          </a:xfrm>
        </p:spPr>
        <p:txBody>
          <a:bodyPr/>
          <a:lstStyle/>
          <a:p>
            <a:r>
              <a:rPr lang="en-US" cap="none" dirty="0"/>
              <a:t>Home                 Text Effect              Fill: Black, Text Color 1; Shadow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2266378-81E7-8D9F-C356-987365F069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3143632"/>
            <a:ext cx="5667147" cy="2309272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E36EE42-9C65-A65B-7E90-87096C80931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8471326" y="1693269"/>
            <a:ext cx="2882474" cy="4671596"/>
          </a:xfr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46099-A47E-E87B-94A5-F0088CCFEFB7}"/>
              </a:ext>
            </a:extLst>
          </p:cNvPr>
          <p:cNvSpPr txBox="1"/>
          <p:nvPr/>
        </p:nvSpPr>
        <p:spPr>
          <a:xfrm>
            <a:off x="5320937" y="725054"/>
            <a:ext cx="2832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r>
              <a:rPr lang="en-US" dirty="0"/>
              <a:t> 4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1ABB70B-3DAD-CE8E-EEAD-8FAA601E4272}"/>
              </a:ext>
            </a:extLst>
          </p:cNvPr>
          <p:cNvSpPr/>
          <p:nvPr/>
        </p:nvSpPr>
        <p:spPr>
          <a:xfrm>
            <a:off x="1978452" y="1949101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D0CA8337-C829-1D01-48DE-EED2BEFDD1A9}"/>
              </a:ext>
            </a:extLst>
          </p:cNvPr>
          <p:cNvSpPr/>
          <p:nvPr/>
        </p:nvSpPr>
        <p:spPr>
          <a:xfrm>
            <a:off x="4565501" y="1958326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A923E0A5-8110-97CE-F494-E9FA5019A542}"/>
              </a:ext>
            </a:extLst>
          </p:cNvPr>
          <p:cNvSpPr/>
          <p:nvPr/>
        </p:nvSpPr>
        <p:spPr>
          <a:xfrm>
            <a:off x="7015621" y="4298268"/>
            <a:ext cx="1137779" cy="247606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737E-711C-8B3A-400A-9A01D0EA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A32E-DDE7-D4E7-1696-947966A2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26" y="1502863"/>
            <a:ext cx="4895034" cy="1084218"/>
          </a:xfrm>
        </p:spPr>
        <p:txBody>
          <a:bodyPr>
            <a:normAutofit fontScale="90000"/>
          </a:bodyPr>
          <a:lstStyle/>
          <a:p>
            <a:r>
              <a:rPr lang="en-US" sz="1800" b="1" dirty="0"/>
              <a:t>TASK 5:</a:t>
            </a:r>
            <a:br>
              <a:rPr lang="en-US" sz="2400" b="1" dirty="0"/>
            </a:br>
            <a:r>
              <a:rPr lang="en-US" b="1" dirty="0"/>
              <a:t>Insert page, section, and column breaks</a:t>
            </a:r>
            <a:br>
              <a:rPr lang="en-US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AABD-871F-CE64-7229-E7E423B01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2587081"/>
            <a:ext cx="5744119" cy="476794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just"/>
            <a:r>
              <a:rPr lang="en-US" sz="8000" dirty="0"/>
              <a:t>Layout                 Breaks</a:t>
            </a:r>
          </a:p>
          <a:p>
            <a:pPr algn="just"/>
            <a:r>
              <a:rPr lang="en-US" sz="18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C7341-E554-3E6B-F51F-B71FEA56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BF522-A90E-1BA8-645E-0C5EBF35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5925-E864-E4F0-000F-90E16E35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E66E63-A565-5B35-4121-6D904405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3429000"/>
            <a:ext cx="5460341" cy="2927350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FB5EB2E-E3B0-2E4A-1AC1-3DD7A4E8E89C}"/>
              </a:ext>
            </a:extLst>
          </p:cNvPr>
          <p:cNvSpPr/>
          <p:nvPr/>
        </p:nvSpPr>
        <p:spPr>
          <a:xfrm>
            <a:off x="2448715" y="2730137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1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6847" y="664058"/>
            <a:ext cx="4179570" cy="1715531"/>
          </a:xfrm>
        </p:spPr>
        <p:txBody>
          <a:bodyPr/>
          <a:lstStyle/>
          <a:p>
            <a:r>
              <a:rPr lang="en-US" sz="2000" b="1" dirty="0"/>
              <a:t>Show and hide formatting symbols and hidden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56A0E-3B8A-0E23-D219-C747C48ED954}"/>
              </a:ext>
            </a:extLst>
          </p:cNvPr>
          <p:cNvSpPr txBox="1"/>
          <p:nvPr/>
        </p:nvSpPr>
        <p:spPr>
          <a:xfrm>
            <a:off x="6886847" y="479392"/>
            <a:ext cx="3500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</a:t>
            </a:r>
            <a:r>
              <a:rPr lang="en-US" dirty="0"/>
              <a:t>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CE546-11C8-69D3-2B00-93F2AB94F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5" y="2082550"/>
            <a:ext cx="11818870" cy="31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9DED-3F57-DDC2-63C1-966770A0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FCA3-2168-0E2C-094E-F3DCEA3E95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C59FD-B9D5-F25B-3CBF-A99E285738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234" y="945871"/>
            <a:ext cx="4977766" cy="1225867"/>
          </a:xfrm>
        </p:spPr>
        <p:txBody>
          <a:bodyPr>
            <a:noAutofit/>
          </a:bodyPr>
          <a:lstStyle/>
          <a:p>
            <a:r>
              <a:rPr lang="en-US" sz="2000" b="1" dirty="0"/>
              <a:t>Change Page Setup options for a section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9BEF18-7A70-DA76-359E-AE84E260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6FF2C-7062-B6AF-0715-2CA2DD89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5F1BA-8368-297F-9E3A-E28E5894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9F4F9-ADC5-F7DD-911B-228ACE8E1DA0}"/>
              </a:ext>
            </a:extLst>
          </p:cNvPr>
          <p:cNvSpPr txBox="1"/>
          <p:nvPr/>
        </p:nvSpPr>
        <p:spPr>
          <a:xfrm>
            <a:off x="1118233" y="1397675"/>
            <a:ext cx="593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Layout                   Margin                   Select your preferred Margin in Inches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788A87-5A6F-21CE-32D5-CDA79F10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81" y="2124704"/>
            <a:ext cx="2683700" cy="4278678"/>
          </a:xfrm>
          <a:prstGeom prst="rect">
            <a:avLst/>
          </a:prstGeom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4A2E6E0-A401-FC35-DB4A-CE6EE5896FF0}"/>
              </a:ext>
            </a:extLst>
          </p:cNvPr>
          <p:cNvSpPr/>
          <p:nvPr/>
        </p:nvSpPr>
        <p:spPr>
          <a:xfrm>
            <a:off x="2043766" y="1558804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071AAF2-439D-6690-E5E9-8BD3E2984786}"/>
              </a:ext>
            </a:extLst>
          </p:cNvPr>
          <p:cNvSpPr/>
          <p:nvPr/>
        </p:nvSpPr>
        <p:spPr>
          <a:xfrm>
            <a:off x="3825487" y="1558804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45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70" y="744583"/>
            <a:ext cx="4485728" cy="773315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TASK</a:t>
            </a:r>
            <a:r>
              <a:rPr lang="en-US" sz="2200" dirty="0"/>
              <a:t> 8:</a:t>
            </a:r>
            <a:br>
              <a:rPr lang="en-US" b="1" dirty="0"/>
            </a:br>
            <a:r>
              <a:rPr lang="en-US" b="1" dirty="0"/>
              <a:t>Find and Replace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7147" y="2140663"/>
            <a:ext cx="6771774" cy="6655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HOME                      EDITING                 REPLACE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75D14F-CDA3-273E-DFFC-436DE1FA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396" y="3429000"/>
            <a:ext cx="8224027" cy="2515927"/>
          </a:xfrm>
          <a:prstGeom prst="rect">
            <a:avLst/>
          </a:prstGeom>
        </p:spPr>
      </p:pic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228E7A84-2ACF-674E-3D96-8F5DAF021A1D}"/>
              </a:ext>
            </a:extLst>
          </p:cNvPr>
          <p:cNvSpPr/>
          <p:nvPr/>
        </p:nvSpPr>
        <p:spPr>
          <a:xfrm>
            <a:off x="5965343" y="2279476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2F4FCDB0-DB73-863E-10A1-C626D3561A53}"/>
              </a:ext>
            </a:extLst>
          </p:cNvPr>
          <p:cNvSpPr/>
          <p:nvPr/>
        </p:nvSpPr>
        <p:spPr>
          <a:xfrm>
            <a:off x="8825835" y="2279476"/>
            <a:ext cx="856189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620268"/>
            <a:ext cx="8421688" cy="596989"/>
          </a:xfrm>
        </p:spPr>
        <p:txBody>
          <a:bodyPr>
            <a:normAutofit fontScale="90000"/>
          </a:bodyPr>
          <a:lstStyle/>
          <a:p>
            <a:r>
              <a:rPr lang="en-US" dirty="0"/>
              <a:t>Link to locations within documents</a:t>
            </a:r>
            <a:br>
              <a:rPr lang="en-US" dirty="0"/>
            </a:br>
            <a:r>
              <a:rPr lang="en-US" sz="1800" dirty="0"/>
              <a:t>[ADDING BOOKMARK</a:t>
            </a:r>
            <a:r>
              <a:rPr lang="en-US" dirty="0"/>
              <a:t>]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339A4-63E4-AF09-9689-B7FD87004B70}"/>
              </a:ext>
            </a:extLst>
          </p:cNvPr>
          <p:cNvSpPr txBox="1"/>
          <p:nvPr/>
        </p:nvSpPr>
        <p:spPr>
          <a:xfrm>
            <a:off x="1165952" y="250936"/>
            <a:ext cx="506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 9:</a:t>
            </a:r>
          </a:p>
        </p:txBody>
      </p:sp>
      <p:pic>
        <p:nvPicPr>
          <p:cNvPr id="35" name="Picture 34" descr="A screenshot of a computer">
            <a:extLst>
              <a:ext uri="{FF2B5EF4-FFF2-40B4-BE49-F238E27FC236}">
                <a16:creationId xmlns:a16="http://schemas.microsoft.com/office/drawing/2014/main" id="{BC142EA6-5FA5-C992-3B8A-D758B946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52" y="2199188"/>
            <a:ext cx="9860096" cy="42232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3B21468-B1CB-CF21-D91D-5644399F2D5B}"/>
              </a:ext>
            </a:extLst>
          </p:cNvPr>
          <p:cNvSpPr txBox="1"/>
          <p:nvPr/>
        </p:nvSpPr>
        <p:spPr>
          <a:xfrm>
            <a:off x="679269" y="1319350"/>
            <a:ext cx="1082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Highlight “Background”                Insert                   Bookmark                    Input the Highlighted word(s)</a:t>
            </a:r>
          </a:p>
          <a:p>
            <a:r>
              <a:rPr lang="en-US" dirty="0"/>
              <a:t>                                   Add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D21CD608-FD47-9AEF-CC37-0B4B3141BEC3}"/>
              </a:ext>
            </a:extLst>
          </p:cNvPr>
          <p:cNvSpPr/>
          <p:nvPr/>
        </p:nvSpPr>
        <p:spPr>
          <a:xfrm>
            <a:off x="3296646" y="1495150"/>
            <a:ext cx="569508" cy="45719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AF111817-3336-E0CB-D4BC-F8B4DC09E7BD}"/>
              </a:ext>
            </a:extLst>
          </p:cNvPr>
          <p:cNvSpPr/>
          <p:nvPr/>
        </p:nvSpPr>
        <p:spPr>
          <a:xfrm>
            <a:off x="4872898" y="1490794"/>
            <a:ext cx="569508" cy="45719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22963919-C361-D807-E672-E42C7F643027}"/>
              </a:ext>
            </a:extLst>
          </p:cNvPr>
          <p:cNvSpPr/>
          <p:nvPr/>
        </p:nvSpPr>
        <p:spPr>
          <a:xfrm>
            <a:off x="7154546" y="1512564"/>
            <a:ext cx="569508" cy="45719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0ADB6490-79A0-E324-99B4-BCD2B79A4D8E}"/>
              </a:ext>
            </a:extLst>
          </p:cNvPr>
          <p:cNvSpPr/>
          <p:nvPr/>
        </p:nvSpPr>
        <p:spPr>
          <a:xfrm>
            <a:off x="2160171" y="1769467"/>
            <a:ext cx="569508" cy="45719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5F5F-E977-9C08-10E7-D9588393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E16B-1472-CDBA-1A1B-5C31B75965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34" y="551854"/>
            <a:ext cx="5295629" cy="394017"/>
          </a:xfrm>
        </p:spPr>
        <p:txBody>
          <a:bodyPr>
            <a:noAutofit/>
          </a:bodyPr>
          <a:lstStyle/>
          <a:p>
            <a:r>
              <a:rPr lang="en-US" sz="2400" b="1" dirty="0"/>
              <a:t>TASK</a:t>
            </a:r>
            <a:r>
              <a:rPr lang="en-US" sz="2400" dirty="0"/>
              <a:t> 10: Search for 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0B232-EF13-F29B-174D-8B472D4313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402" y="1801450"/>
            <a:ext cx="4418071" cy="629269"/>
          </a:xfrm>
        </p:spPr>
        <p:txBody>
          <a:bodyPr>
            <a:noAutofit/>
          </a:bodyPr>
          <a:lstStyle/>
          <a:p>
            <a:r>
              <a:rPr lang="en-US" sz="1800" dirty="0"/>
              <a:t>From the Bookmark dialog click “Go To” </a:t>
            </a:r>
          </a:p>
          <a:p>
            <a:endParaRPr lang="en-US" sz="18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3ECB79-883C-799F-2EB8-4E25E6E6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03DB3-8060-43FC-F0D5-91FD6946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B5FC-6753-D561-ADE8-FEA15799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CA790-65F4-BEBE-0888-5F430CD4BF89}"/>
              </a:ext>
            </a:extLst>
          </p:cNvPr>
          <p:cNvSpPr txBox="1"/>
          <p:nvPr/>
        </p:nvSpPr>
        <p:spPr>
          <a:xfrm>
            <a:off x="1263402" y="3025281"/>
            <a:ext cx="553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    to;        Watermark      to;         Draft 1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540F9CA-20B8-3A71-97FB-F89E7D8315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18234" y="945871"/>
            <a:ext cx="6053275" cy="6292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</a:t>
            </a:r>
            <a:r>
              <a:rPr lang="en-US" dirty="0"/>
              <a:t> 11: Move to specific locations and objects in documents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2A92B7-3511-240A-CCD2-5E616698F0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118234" y="2673010"/>
            <a:ext cx="5178062" cy="6292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</a:t>
            </a:r>
            <a:r>
              <a:rPr lang="en-US" dirty="0"/>
              <a:t> 12: Configure page background elements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E51318-CF7F-A049-80BB-22EAF5673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10" y="3486946"/>
            <a:ext cx="6954613" cy="296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4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8A672-3BC3-0412-8790-BCF1F780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A77F-CA76-F70D-D60D-BE4D87193E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0523B-72F6-BEFA-FD22-257CE47A7E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r>
              <a:rPr lang="en-US" sz="2200" dirty="0"/>
              <a:t>Modify basic document properties  [Tittle, Author(s), and Keywords / tags]</a:t>
            </a:r>
            <a:endParaRPr lang="en-US" sz="22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AAADDE-AE27-7D4C-68DF-79461C84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E317-E60F-6030-F2FA-C5063E21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5AB4-B59B-5803-101F-F35F4AD3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C201C-565D-7E3D-2AF5-D4BB1CD3BF9F}"/>
              </a:ext>
            </a:extLst>
          </p:cNvPr>
          <p:cNvSpPr txBox="1"/>
          <p:nvPr/>
        </p:nvSpPr>
        <p:spPr>
          <a:xfrm>
            <a:off x="1118233" y="1397675"/>
            <a:ext cx="593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                     Info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E02BADDA-83BF-EACE-4ECF-976DFFEC688D}"/>
              </a:ext>
            </a:extLst>
          </p:cNvPr>
          <p:cNvSpPr/>
          <p:nvPr/>
        </p:nvSpPr>
        <p:spPr>
          <a:xfrm>
            <a:off x="1860884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E98CE221-CEF7-96EA-9B9F-9020D918101F}"/>
              </a:ext>
            </a:extLst>
          </p:cNvPr>
          <p:cNvSpPr/>
          <p:nvPr/>
        </p:nvSpPr>
        <p:spPr>
          <a:xfrm>
            <a:off x="3642605" y="1571867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2F36F8D0-6DB9-4D03-1DC5-6CFE1B67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70" y="1879915"/>
            <a:ext cx="9036813" cy="462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57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0E7C-9EB7-21B0-E449-F60CB672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66E0A-6EE0-B69D-E34E-1E92A3F968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5251E-0FFF-99A1-BFD8-00DE15A668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Modify print settings</a:t>
            </a:r>
            <a:endParaRPr lang="en-US" sz="22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64F67D-CD5D-5EFE-3EDC-4E36FCB7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058D-7F60-9A56-3F43-1DB54A5C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8126C-D3A4-7F06-1052-8AA1B0CF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93186-C181-C271-C785-D11F809CCF33}"/>
              </a:ext>
            </a:extLst>
          </p:cNvPr>
          <p:cNvSpPr txBox="1"/>
          <p:nvPr/>
        </p:nvSpPr>
        <p:spPr>
          <a:xfrm>
            <a:off x="1118233" y="1397675"/>
            <a:ext cx="593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                    Print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58D4B448-59AD-FA7F-1EAD-94823266CC04}"/>
              </a:ext>
            </a:extLst>
          </p:cNvPr>
          <p:cNvSpPr/>
          <p:nvPr/>
        </p:nvSpPr>
        <p:spPr>
          <a:xfrm>
            <a:off x="1860884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E7666B92-7874-68B6-7E74-8825EC6F55C0}"/>
              </a:ext>
            </a:extLst>
          </p:cNvPr>
          <p:cNvSpPr/>
          <p:nvPr/>
        </p:nvSpPr>
        <p:spPr>
          <a:xfrm>
            <a:off x="3642605" y="1571867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E910BC-C081-3806-9AEE-287B0FD7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992" y="1774882"/>
            <a:ext cx="2082907" cy="1397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F248F3-01BD-6FD4-E2EB-E712C2A63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42" y="2911347"/>
            <a:ext cx="2159111" cy="35498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ACD9DC-147E-3175-A1DA-70E80EE1E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46" y="1845882"/>
            <a:ext cx="3352440" cy="456330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28C0DA-B2E1-43AB-C671-1609307B4F69}"/>
              </a:ext>
            </a:extLst>
          </p:cNvPr>
          <p:cNvCxnSpPr/>
          <p:nvPr/>
        </p:nvCxnSpPr>
        <p:spPr>
          <a:xfrm flipV="1">
            <a:off x="3274828" y="2775098"/>
            <a:ext cx="1329070" cy="1911165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781291-078F-82B0-3DA3-28BBEA658989}"/>
              </a:ext>
            </a:extLst>
          </p:cNvPr>
          <p:cNvCxnSpPr/>
          <p:nvPr/>
        </p:nvCxnSpPr>
        <p:spPr>
          <a:xfrm flipV="1">
            <a:off x="3487479" y="3806456"/>
            <a:ext cx="3487479" cy="2211572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4A85968-32A0-4236-8E48-48C8FEF2D1E0}"/>
              </a:ext>
            </a:extLst>
          </p:cNvPr>
          <p:cNvSpPr/>
          <p:nvPr/>
        </p:nvSpPr>
        <p:spPr>
          <a:xfrm>
            <a:off x="4756834" y="2658140"/>
            <a:ext cx="2082907" cy="505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D8A5C5-8B2D-FC25-D4EF-0F00D389CE37}"/>
              </a:ext>
            </a:extLst>
          </p:cNvPr>
          <p:cNvSpPr/>
          <p:nvPr/>
        </p:nvSpPr>
        <p:spPr>
          <a:xfrm>
            <a:off x="7023465" y="3429000"/>
            <a:ext cx="2082907" cy="505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08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C2425-AD8D-5D28-C393-70F0E567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935C-96FB-0715-E7B8-9AF59953B0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878DC-6E49-A28C-5EE3-4037FD6AFC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style sets</a:t>
            </a:r>
            <a:endParaRPr lang="en-US" sz="22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F20342-BEDF-2A7D-42E3-96E8144F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A915B-6964-AC7F-C7C2-9A339969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CAA77-F569-C354-4045-C0FEDCD2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32B5E-4DF7-F5A5-FE9B-B348C49EF903}"/>
              </a:ext>
            </a:extLst>
          </p:cNvPr>
          <p:cNvSpPr txBox="1"/>
          <p:nvPr/>
        </p:nvSpPr>
        <p:spPr>
          <a:xfrm>
            <a:off x="1118233" y="1397675"/>
            <a:ext cx="706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Design                  Document Formatting                  Style Set Casual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185BBB8-1011-F27B-42A6-558C4515B496}"/>
              </a:ext>
            </a:extLst>
          </p:cNvPr>
          <p:cNvSpPr/>
          <p:nvPr/>
        </p:nvSpPr>
        <p:spPr>
          <a:xfrm>
            <a:off x="2141737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33CBE7-F29A-7115-9368-000965063291}"/>
              </a:ext>
            </a:extLst>
          </p:cNvPr>
          <p:cNvSpPr/>
          <p:nvPr/>
        </p:nvSpPr>
        <p:spPr>
          <a:xfrm>
            <a:off x="5536305" y="1562230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BF082-9438-723B-3B7D-1667251C0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2695537"/>
            <a:ext cx="12008467" cy="14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9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B1461-1343-139E-FE1D-66E9AD91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775C-3AA1-395B-C6C6-98F26F6340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F161-6D76-FAB6-3556-C104F1C03B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line and paragraph spacing and indentation</a:t>
            </a:r>
            <a:endParaRPr lang="en-US" sz="22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182152-23F4-5E33-C4F0-C709393E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99C4-1253-D2E5-EE3B-EC585162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8A9E9-3A7A-D998-C79E-C4D3CD73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253C3-895E-97BA-1816-EADCA819E0C1}"/>
              </a:ext>
            </a:extLst>
          </p:cNvPr>
          <p:cNvSpPr txBox="1"/>
          <p:nvPr/>
        </p:nvSpPr>
        <p:spPr>
          <a:xfrm>
            <a:off x="1118233" y="1397675"/>
            <a:ext cx="706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                 Line Spacing Options                     Spacing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D84FC01-D0F6-5360-929B-0B61E36326B0}"/>
              </a:ext>
            </a:extLst>
          </p:cNvPr>
          <p:cNvSpPr/>
          <p:nvPr/>
        </p:nvSpPr>
        <p:spPr>
          <a:xfrm>
            <a:off x="2141737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D499C4A-6E65-EADF-48D4-01566490E56D}"/>
              </a:ext>
            </a:extLst>
          </p:cNvPr>
          <p:cNvSpPr/>
          <p:nvPr/>
        </p:nvSpPr>
        <p:spPr>
          <a:xfrm>
            <a:off x="5536305" y="1562230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A163A1E4-D02C-B943-9427-2223A0D3D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93" y="1928136"/>
            <a:ext cx="9680448" cy="3162858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E0BCF93E-3243-5D29-B971-36C2213D9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99" y="1110310"/>
            <a:ext cx="4030892" cy="54286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46B4DAB-F4F1-5AB9-7F82-5149D006D30B}"/>
              </a:ext>
            </a:extLst>
          </p:cNvPr>
          <p:cNvSpPr/>
          <p:nvPr/>
        </p:nvSpPr>
        <p:spPr>
          <a:xfrm>
            <a:off x="1562986" y="1928136"/>
            <a:ext cx="578751" cy="232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730963-F7EF-D880-EBC3-727036AE946C}"/>
              </a:ext>
            </a:extLst>
          </p:cNvPr>
          <p:cNvSpPr/>
          <p:nvPr/>
        </p:nvSpPr>
        <p:spPr>
          <a:xfrm>
            <a:off x="5332866" y="4238946"/>
            <a:ext cx="1388083" cy="290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AB65E1-294A-2D23-DBFE-813D70FBD169}"/>
              </a:ext>
            </a:extLst>
          </p:cNvPr>
          <p:cNvSpPr/>
          <p:nvPr/>
        </p:nvSpPr>
        <p:spPr>
          <a:xfrm>
            <a:off x="8005183" y="3679348"/>
            <a:ext cx="1755505" cy="10840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A0BFE9-8DE2-0A8D-CE70-D8386EE1E928}"/>
              </a:ext>
            </a:extLst>
          </p:cNvPr>
          <p:cNvCxnSpPr/>
          <p:nvPr/>
        </p:nvCxnSpPr>
        <p:spPr>
          <a:xfrm>
            <a:off x="2141737" y="2171738"/>
            <a:ext cx="2823668" cy="1943062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FE5C20-41AA-2945-2638-EAE1793661C5}"/>
              </a:ext>
            </a:extLst>
          </p:cNvPr>
          <p:cNvCxnSpPr/>
          <p:nvPr/>
        </p:nvCxnSpPr>
        <p:spPr>
          <a:xfrm flipV="1">
            <a:off x="6868633" y="4238946"/>
            <a:ext cx="1035066" cy="12040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36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9E3A-EDCE-337C-1B0E-AAE8BBBA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4AB8-20BF-B825-8C81-76E4942E66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BF60F-C986-0E37-53D8-CBDAEA40AC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Convert tables to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D2C9D9-B300-ABD5-3F7C-0C9B752E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4259-5F25-52AF-B093-4DBB4F54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2A814-5CBD-88C0-0C5B-CC3B09F9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E259F-9C4B-24EB-27A2-6015EE7F909B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Highlight the Target Table                   </a:t>
            </a:r>
            <a:r>
              <a:rPr lang="en-US" b="1" dirty="0" err="1"/>
              <a:t>Table</a:t>
            </a:r>
            <a:r>
              <a:rPr lang="en-US" b="1" dirty="0"/>
              <a:t> Layout                        Convert to Text                Paragraph Mark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5A91D6C8-F4D9-977B-321F-67181D8A5557}"/>
              </a:ext>
            </a:extLst>
          </p:cNvPr>
          <p:cNvSpPr/>
          <p:nvPr/>
        </p:nvSpPr>
        <p:spPr>
          <a:xfrm>
            <a:off x="4102679" y="154821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D04B687-8ECE-C6BA-82A2-67955AEE1B63}"/>
              </a:ext>
            </a:extLst>
          </p:cNvPr>
          <p:cNvSpPr/>
          <p:nvPr/>
        </p:nvSpPr>
        <p:spPr>
          <a:xfrm>
            <a:off x="6620826" y="1553200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58D78F1E-DA07-DBBC-8366-CD3D343BA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2369354"/>
            <a:ext cx="12160875" cy="34164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668206-44CC-2D79-FBD8-2A64A23BE9CA}"/>
              </a:ext>
            </a:extLst>
          </p:cNvPr>
          <p:cNvSpPr/>
          <p:nvPr/>
        </p:nvSpPr>
        <p:spPr>
          <a:xfrm>
            <a:off x="3338623" y="4221126"/>
            <a:ext cx="2482842" cy="13184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1D6C9B-57D1-BBF9-F02D-3446C0BD00E4}"/>
              </a:ext>
            </a:extLst>
          </p:cNvPr>
          <p:cNvCxnSpPr>
            <a:cxnSpLocks/>
          </p:cNvCxnSpPr>
          <p:nvPr/>
        </p:nvCxnSpPr>
        <p:spPr>
          <a:xfrm flipV="1">
            <a:off x="6096000" y="2690037"/>
            <a:ext cx="1730643" cy="2434856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1122057-8C45-56E9-CD81-E2BAEDE9E8E8}"/>
              </a:ext>
            </a:extLst>
          </p:cNvPr>
          <p:cNvSpPr/>
          <p:nvPr/>
        </p:nvSpPr>
        <p:spPr>
          <a:xfrm>
            <a:off x="9569301" y="2902689"/>
            <a:ext cx="1116115" cy="26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B37072-AF20-6830-B63A-1F78DD4E4F6E}"/>
              </a:ext>
            </a:extLst>
          </p:cNvPr>
          <p:cNvSpPr/>
          <p:nvPr/>
        </p:nvSpPr>
        <p:spPr>
          <a:xfrm>
            <a:off x="9317664" y="4093535"/>
            <a:ext cx="1116115" cy="26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934BDA-46DC-1F52-C56F-123501F6CFEE}"/>
              </a:ext>
            </a:extLst>
          </p:cNvPr>
          <p:cNvCxnSpPr/>
          <p:nvPr/>
        </p:nvCxnSpPr>
        <p:spPr>
          <a:xfrm flipH="1">
            <a:off x="10127358" y="3274828"/>
            <a:ext cx="250019" cy="669851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C56CB0-50B0-BFF6-4F93-A625FA84F801}"/>
              </a:ext>
            </a:extLst>
          </p:cNvPr>
          <p:cNvCxnSpPr/>
          <p:nvPr/>
        </p:nvCxnSpPr>
        <p:spPr>
          <a:xfrm>
            <a:off x="7974419" y="2690037"/>
            <a:ext cx="1456660" cy="345558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0B02C77-1606-098B-24C9-71DC95C45714}"/>
              </a:ext>
            </a:extLst>
          </p:cNvPr>
          <p:cNvSpPr/>
          <p:nvPr/>
        </p:nvSpPr>
        <p:spPr>
          <a:xfrm>
            <a:off x="7629012" y="2359514"/>
            <a:ext cx="1116115" cy="265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C6C06BDD-E051-BC1F-6AB0-BF6C66C3FA16}"/>
              </a:ext>
            </a:extLst>
          </p:cNvPr>
          <p:cNvSpPr/>
          <p:nvPr/>
        </p:nvSpPr>
        <p:spPr>
          <a:xfrm>
            <a:off x="9378599" y="154821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407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F428-4B5B-8B32-0C95-DF0D2487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946D-0E96-0FCC-9459-EAB628888E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18 &amp;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E183C-BAA5-2626-7F47-E1DD507D93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 paragraphs as numbered and bulleted lists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61034E-5DF8-F7FD-961B-FE8A5C96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132DE-8D39-23A1-DDEC-E334B815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92CEB-1108-EF3E-F4CD-E93A6933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BB19DF-DD9D-2782-7D4F-2A8374F9781B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                     Bullet Library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7A955B8-97FA-70DB-4237-79C28F40BACC}"/>
              </a:ext>
            </a:extLst>
          </p:cNvPr>
          <p:cNvSpPr/>
          <p:nvPr/>
        </p:nvSpPr>
        <p:spPr>
          <a:xfrm>
            <a:off x="2318657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6F429E-4CF9-489F-5F48-159FF076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159" y="1917550"/>
            <a:ext cx="10024054" cy="43005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81385A-2470-77FA-0455-65CE6185F40C}"/>
              </a:ext>
            </a:extLst>
          </p:cNvPr>
          <p:cNvSpPr/>
          <p:nvPr/>
        </p:nvSpPr>
        <p:spPr>
          <a:xfrm>
            <a:off x="2137144" y="1913860"/>
            <a:ext cx="723014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A615C-D34E-BC56-4417-511429C3EDA6}"/>
              </a:ext>
            </a:extLst>
          </p:cNvPr>
          <p:cNvSpPr/>
          <p:nvPr/>
        </p:nvSpPr>
        <p:spPr>
          <a:xfrm>
            <a:off x="5307067" y="2218811"/>
            <a:ext cx="1529668" cy="6732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BBB46C-EC80-84A4-EDAC-A2A67741A310}"/>
              </a:ext>
            </a:extLst>
          </p:cNvPr>
          <p:cNvCxnSpPr/>
          <p:nvPr/>
        </p:nvCxnSpPr>
        <p:spPr>
          <a:xfrm>
            <a:off x="2945219" y="2278985"/>
            <a:ext cx="2207509" cy="304727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6841-77DD-4A3A-D30F-15FB0EC1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2C3F-C1DA-A240-B2D7-5CAAF60A1B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AAED3-56AB-7891-85DE-D33103B196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 text in multiple columns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9CCAF23-D244-F57C-43DF-662058BD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26D10-1D98-A32D-D508-A1F2BEA0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846FB-1AEA-A7B6-E7AD-9F14CF33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D9671C-D842-EBE6-7B89-F45F05EB6120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Layout                   More Columns  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DF69DA1-7DC2-9610-A058-C553BC4F5973}"/>
              </a:ext>
            </a:extLst>
          </p:cNvPr>
          <p:cNvSpPr/>
          <p:nvPr/>
        </p:nvSpPr>
        <p:spPr>
          <a:xfrm>
            <a:off x="2318657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1A855-0D50-AE75-BC10-586EF43B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18" y="1767007"/>
            <a:ext cx="4064209" cy="3397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37BF82-4FA1-0F64-723B-348CFF7DC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83" y="1891042"/>
            <a:ext cx="4819898" cy="377209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05F6503-E1B7-0E24-523C-C707EFE63728}"/>
              </a:ext>
            </a:extLst>
          </p:cNvPr>
          <p:cNvSpPr/>
          <p:nvPr/>
        </p:nvSpPr>
        <p:spPr>
          <a:xfrm>
            <a:off x="3763926" y="1891042"/>
            <a:ext cx="637953" cy="327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F0D92-79AE-4F8A-47E5-D0ABDD573A82}"/>
              </a:ext>
            </a:extLst>
          </p:cNvPr>
          <p:cNvSpPr/>
          <p:nvPr/>
        </p:nvSpPr>
        <p:spPr>
          <a:xfrm>
            <a:off x="2796022" y="5278081"/>
            <a:ext cx="1605857" cy="327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C63EA4-A543-4593-3DAC-36A21E374C5C}"/>
              </a:ext>
            </a:extLst>
          </p:cNvPr>
          <p:cNvSpPr/>
          <p:nvPr/>
        </p:nvSpPr>
        <p:spPr>
          <a:xfrm>
            <a:off x="6967529" y="2782974"/>
            <a:ext cx="1605857" cy="3277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5BBB15-00E4-33EC-7C4C-946DF3FC4948}"/>
              </a:ext>
            </a:extLst>
          </p:cNvPr>
          <p:cNvSpPr/>
          <p:nvPr/>
        </p:nvSpPr>
        <p:spPr>
          <a:xfrm>
            <a:off x="9718158" y="2805879"/>
            <a:ext cx="967259" cy="2031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FDD0A-2047-31D6-F2BD-E1D8CDA10BB5}"/>
              </a:ext>
            </a:extLst>
          </p:cNvPr>
          <p:cNvSpPr/>
          <p:nvPr/>
        </p:nvSpPr>
        <p:spPr>
          <a:xfrm>
            <a:off x="8445795" y="3276940"/>
            <a:ext cx="967259" cy="4450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BDA89A-76DB-5390-5AF2-3C864144376F}"/>
              </a:ext>
            </a:extLst>
          </p:cNvPr>
          <p:cNvCxnSpPr/>
          <p:nvPr/>
        </p:nvCxnSpPr>
        <p:spPr>
          <a:xfrm flipH="1">
            <a:off x="3859619" y="2360428"/>
            <a:ext cx="223283" cy="2804004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1CA7C1-B7CF-87F2-CA53-BD4937A54C5B}"/>
              </a:ext>
            </a:extLst>
          </p:cNvPr>
          <p:cNvCxnSpPr>
            <a:cxnSpLocks/>
          </p:cNvCxnSpPr>
          <p:nvPr/>
        </p:nvCxnSpPr>
        <p:spPr>
          <a:xfrm flipV="1">
            <a:off x="4476307" y="3583172"/>
            <a:ext cx="1679984" cy="1881963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Left Brace 25">
            <a:extLst>
              <a:ext uri="{FF2B5EF4-FFF2-40B4-BE49-F238E27FC236}">
                <a16:creationId xmlns:a16="http://schemas.microsoft.com/office/drawing/2014/main" id="{9FD04E08-3D79-3B3D-63F7-CE2560500E7C}"/>
              </a:ext>
            </a:extLst>
          </p:cNvPr>
          <p:cNvSpPr/>
          <p:nvPr/>
        </p:nvSpPr>
        <p:spPr>
          <a:xfrm>
            <a:off x="6349705" y="1558804"/>
            <a:ext cx="617824" cy="3901521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9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8DA5-67FC-6F4D-8FA3-CD6FCABA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4F1C-1423-9B83-681D-56A778AE833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C1A12-FE0D-465C-79C5-55B032F805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 text to tables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7C2EB4-933C-A1C0-41F8-3C0078B8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5D95-ED5F-C229-E26A-E9D48F8F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D358-0A32-926E-DAD9-BB2CA791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76CEE-CB23-710F-7CA8-9E4A40657420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Insert                    Table                  Convert Text to Table  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F334EDF-FA90-D13C-7C53-F5CC8E672CBC}"/>
              </a:ext>
            </a:extLst>
          </p:cNvPr>
          <p:cNvSpPr/>
          <p:nvPr/>
        </p:nvSpPr>
        <p:spPr>
          <a:xfrm>
            <a:off x="2318657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4AD70F-242F-B9A1-16D4-E22CB34B4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244" y="1798945"/>
            <a:ext cx="2863749" cy="38469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30E805-150E-5C1F-CE50-4BD7C77ED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73" y="1798945"/>
            <a:ext cx="6247557" cy="49225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0A5E734-ADAF-22F0-42A8-1AA13FA7F2FF}"/>
              </a:ext>
            </a:extLst>
          </p:cNvPr>
          <p:cNvSpPr/>
          <p:nvPr/>
        </p:nvSpPr>
        <p:spPr>
          <a:xfrm>
            <a:off x="1722474" y="1798945"/>
            <a:ext cx="478466" cy="2744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07614-9F34-C79F-35FA-0C7F6DE1CEFB}"/>
              </a:ext>
            </a:extLst>
          </p:cNvPr>
          <p:cNvSpPr/>
          <p:nvPr/>
        </p:nvSpPr>
        <p:spPr>
          <a:xfrm>
            <a:off x="1961706" y="5299196"/>
            <a:ext cx="1589567" cy="261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6CE9F3-D66D-E548-7DCE-A56CFA021919}"/>
              </a:ext>
            </a:extLst>
          </p:cNvPr>
          <p:cNvSpPr/>
          <p:nvPr/>
        </p:nvSpPr>
        <p:spPr>
          <a:xfrm>
            <a:off x="1875101" y="2112471"/>
            <a:ext cx="559755" cy="75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285AE3-9D84-A63E-719B-E6ACB82BA0E2}"/>
              </a:ext>
            </a:extLst>
          </p:cNvPr>
          <p:cNvSpPr/>
          <p:nvPr/>
        </p:nvSpPr>
        <p:spPr>
          <a:xfrm>
            <a:off x="9268274" y="2456121"/>
            <a:ext cx="1130368" cy="37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22E7FF-7FE1-230A-B640-B73F8D2C5BD8}"/>
              </a:ext>
            </a:extLst>
          </p:cNvPr>
          <p:cNvSpPr/>
          <p:nvPr/>
        </p:nvSpPr>
        <p:spPr>
          <a:xfrm>
            <a:off x="8782721" y="4788195"/>
            <a:ext cx="1130368" cy="37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3E4A99-CB4C-2C82-D876-A3ABE9C11EF7}"/>
              </a:ext>
            </a:extLst>
          </p:cNvPr>
          <p:cNvCxnSpPr/>
          <p:nvPr/>
        </p:nvCxnSpPr>
        <p:spPr>
          <a:xfrm>
            <a:off x="2318657" y="2955851"/>
            <a:ext cx="437832" cy="22222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AA7967-C3E2-EC1B-8EDB-24FFAC071C06}"/>
              </a:ext>
            </a:extLst>
          </p:cNvPr>
          <p:cNvCxnSpPr>
            <a:cxnSpLocks/>
          </p:cNvCxnSpPr>
          <p:nvPr/>
        </p:nvCxnSpPr>
        <p:spPr>
          <a:xfrm flipV="1">
            <a:off x="3656984" y="2642935"/>
            <a:ext cx="5493134" cy="27377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85783B-23A7-C0D2-5F8C-390C7B4AFDC6}"/>
              </a:ext>
            </a:extLst>
          </p:cNvPr>
          <p:cNvCxnSpPr>
            <a:cxnSpLocks/>
          </p:cNvCxnSpPr>
          <p:nvPr/>
        </p:nvCxnSpPr>
        <p:spPr>
          <a:xfrm flipH="1">
            <a:off x="9347905" y="2892118"/>
            <a:ext cx="402151" cy="1790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0ADA3004-7E47-0989-25BD-BC26AFC4035A}"/>
              </a:ext>
            </a:extLst>
          </p:cNvPr>
          <p:cNvSpPr/>
          <p:nvPr/>
        </p:nvSpPr>
        <p:spPr>
          <a:xfrm>
            <a:off x="3757763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604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DF7C-4DED-A45D-B248-AA0142F0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B1C1-0966-E53F-3A6F-123060F7C5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83D84-BF6E-4BA9-57A0-F301F39DDE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Resize tables, rows, and columns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782BBAB-20A7-20F0-7BBB-AE5ED227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BEF35-F401-7CEA-D7B6-192CEE08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2275-13EF-7F0C-A626-8D5DEF06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CF399-D20E-5AAD-E805-B6B219A02180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Layout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32C52-E8DD-FED6-5399-56B9670C4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35" y="2321171"/>
            <a:ext cx="7738688" cy="30855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4812FC4-975C-8744-3040-83E0078A88AA}"/>
              </a:ext>
            </a:extLst>
          </p:cNvPr>
          <p:cNvSpPr/>
          <p:nvPr/>
        </p:nvSpPr>
        <p:spPr>
          <a:xfrm>
            <a:off x="5826642" y="2360428"/>
            <a:ext cx="2679405" cy="542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584700-52F5-BC3B-1FBD-96B5E6557477}"/>
              </a:ext>
            </a:extLst>
          </p:cNvPr>
          <p:cNvSpPr/>
          <p:nvPr/>
        </p:nvSpPr>
        <p:spPr>
          <a:xfrm>
            <a:off x="1456319" y="2900915"/>
            <a:ext cx="3190109" cy="14159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71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E6F2-70D2-8664-14D9-F940AD04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35D6-875D-737F-77E5-DF88FB9A92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D79B7-5956-56F6-66B2-83E7D505C0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 and split cells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C6634D-2B71-69C6-5838-DEB34D2C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C812-571B-781B-AD39-9CC767E7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CC21-317F-382B-6AD5-8B3DA3E7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D438F5-BD28-080D-14E1-FBB62BE7A0F0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Layout                   Merge Cells   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7B37B3A-A578-114A-D14D-6993AA658B68}"/>
              </a:ext>
            </a:extLst>
          </p:cNvPr>
          <p:cNvSpPr/>
          <p:nvPr/>
        </p:nvSpPr>
        <p:spPr>
          <a:xfrm>
            <a:off x="2746916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48A8EA-35F3-763D-2858-DEC75862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2" y="2171738"/>
            <a:ext cx="10101781" cy="291925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B64036F-8B67-56DF-358F-B753C72F2F2F}"/>
              </a:ext>
            </a:extLst>
          </p:cNvPr>
          <p:cNvSpPr/>
          <p:nvPr/>
        </p:nvSpPr>
        <p:spPr>
          <a:xfrm>
            <a:off x="7995684" y="2171738"/>
            <a:ext cx="2030818" cy="528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CDF4C5-5584-27D0-5C54-3C7BA57F0B25}"/>
              </a:ext>
            </a:extLst>
          </p:cNvPr>
          <p:cNvSpPr/>
          <p:nvPr/>
        </p:nvSpPr>
        <p:spPr>
          <a:xfrm>
            <a:off x="1541930" y="2700670"/>
            <a:ext cx="2349586" cy="6166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89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1F2B-ED0C-429D-392C-41C795C7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BB65-DBAD-BE24-033F-2B4AE05B0D8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85C4A-DD6F-591B-F19E-17451056D1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 table data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DA2455-C955-94CB-8B14-7EED92F7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82301-EC24-EE49-2AEC-5FB0B3C7A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0B6A-58CF-06D4-E95F-FE9BF4E1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DA553-EB93-F155-8787-8EC8E96DD7EE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Layout                    Sort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C7D2C8A-90D3-53D9-F6DC-9D30745B69A8}"/>
              </a:ext>
            </a:extLst>
          </p:cNvPr>
          <p:cNvSpPr/>
          <p:nvPr/>
        </p:nvSpPr>
        <p:spPr>
          <a:xfrm>
            <a:off x="2782391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5E3795-017A-632B-45CA-B303D499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320" y="1911350"/>
            <a:ext cx="7100675" cy="4444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3D3FE4-084D-672E-507E-68AEAE01C4B9}"/>
              </a:ext>
            </a:extLst>
          </p:cNvPr>
          <p:cNvSpPr/>
          <p:nvPr/>
        </p:nvSpPr>
        <p:spPr>
          <a:xfrm>
            <a:off x="7963786" y="1911350"/>
            <a:ext cx="1116419" cy="307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FD6D6-8D4B-C1D4-71E5-216832D95952}"/>
              </a:ext>
            </a:extLst>
          </p:cNvPr>
          <p:cNvSpPr/>
          <p:nvPr/>
        </p:nvSpPr>
        <p:spPr>
          <a:xfrm>
            <a:off x="2669885" y="3132322"/>
            <a:ext cx="6495380" cy="886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653AAE-45A2-5301-76CD-1E4E9AFC0934}"/>
              </a:ext>
            </a:extLst>
          </p:cNvPr>
          <p:cNvSpPr/>
          <p:nvPr/>
        </p:nvSpPr>
        <p:spPr>
          <a:xfrm>
            <a:off x="2782391" y="5391297"/>
            <a:ext cx="2246809" cy="599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94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D95C-B1D6-16F1-3B49-5D516345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3833-2C44-574A-6F80-B7BF190C9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7FBD0-4893-12FC-1E37-C2FC89D038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cell margins and spacing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79E002-7B73-3472-B690-06B28C0A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3FE60-4A66-11AB-1178-F6B0E3A0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08E4-DF74-3C46-6060-5D0048D3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F8ACF-DAF9-DD52-B1BE-68D64E69F391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Layout                    Cell Margins                   Default cell margins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495214B6-EA47-BF39-6A10-B220388533D2}"/>
              </a:ext>
            </a:extLst>
          </p:cNvPr>
          <p:cNvSpPr/>
          <p:nvPr/>
        </p:nvSpPr>
        <p:spPr>
          <a:xfrm>
            <a:off x="2782391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FB6AC4-106E-EF8F-DDA5-A99E5DE1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351" y="1932221"/>
            <a:ext cx="3336809" cy="43739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241324-6997-92D9-AC49-435EABB529BB}"/>
              </a:ext>
            </a:extLst>
          </p:cNvPr>
          <p:cNvSpPr/>
          <p:nvPr/>
        </p:nvSpPr>
        <p:spPr>
          <a:xfrm>
            <a:off x="2669885" y="1932221"/>
            <a:ext cx="105151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D25CB1-3785-12BA-47E6-B950B9DF1516}"/>
              </a:ext>
            </a:extLst>
          </p:cNvPr>
          <p:cNvSpPr/>
          <p:nvPr/>
        </p:nvSpPr>
        <p:spPr>
          <a:xfrm>
            <a:off x="3721395" y="2216643"/>
            <a:ext cx="589870" cy="1079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0ACC04-6BD0-3694-A452-26CCFE9F118C}"/>
              </a:ext>
            </a:extLst>
          </p:cNvPr>
          <p:cNvSpPr/>
          <p:nvPr/>
        </p:nvSpPr>
        <p:spPr>
          <a:xfrm>
            <a:off x="1728786" y="3846968"/>
            <a:ext cx="3199373" cy="839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4013A1C6-378E-D458-B53C-FF31DCF2544D}"/>
              </a:ext>
            </a:extLst>
          </p:cNvPr>
          <p:cNvSpPr/>
          <p:nvPr/>
        </p:nvSpPr>
        <p:spPr>
          <a:xfrm>
            <a:off x="5297622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00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7D3D-514B-4673-DC0A-33CFA28D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92F6-FB9F-01A1-3F02-DB6612529E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55010-181A-8BE9-61FF-C2B24B86A8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a repeating row header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5ADDA0-CD0A-1E9D-5BE5-0ACAAEF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E0004-124F-9C44-6263-4DEFD456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9374D-6636-095F-15EC-7832DDF0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0EFD5-1CFB-9BDB-CAF8-B20B5046DB9B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Layout                   Repeat Header Rows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4A23E1E-3ED8-2E74-41C9-D90B34DE4E4F}"/>
              </a:ext>
            </a:extLst>
          </p:cNvPr>
          <p:cNvSpPr/>
          <p:nvPr/>
        </p:nvSpPr>
        <p:spPr>
          <a:xfrm>
            <a:off x="2782391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CF647-434C-3336-E51A-A7A702C02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41" y="2171738"/>
            <a:ext cx="10110045" cy="274050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20F34D-7739-9F49-A5B9-B73B84E20A26}"/>
              </a:ext>
            </a:extLst>
          </p:cNvPr>
          <p:cNvSpPr/>
          <p:nvPr/>
        </p:nvSpPr>
        <p:spPr>
          <a:xfrm>
            <a:off x="3136605" y="2339163"/>
            <a:ext cx="2016123" cy="6273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6034F-5C5D-BF33-99C4-80368A2553F5}"/>
              </a:ext>
            </a:extLst>
          </p:cNvPr>
          <p:cNvSpPr/>
          <p:nvPr/>
        </p:nvSpPr>
        <p:spPr>
          <a:xfrm>
            <a:off x="7262038" y="2966484"/>
            <a:ext cx="3550756" cy="6273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556E09-2341-BE1B-1D10-CCEC5579BA7F}"/>
              </a:ext>
            </a:extLst>
          </p:cNvPr>
          <p:cNvCxnSpPr/>
          <p:nvPr/>
        </p:nvCxnSpPr>
        <p:spPr>
          <a:xfrm>
            <a:off x="5297622" y="2966484"/>
            <a:ext cx="1730499" cy="3189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180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8AA89-5A4E-A60E-38A2-EB45E6E9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4B1C-5998-39A0-66FF-DB28428395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3471C-E8A7-EF6D-ACB5-EC37F24AA9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table of contents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8278F0-0DE0-008D-EDC8-D1F57AD2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956F6-0A93-B380-C026-A5B75237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3A469-5E4C-990E-0364-A4D52B0D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D17B3-60A1-7C06-C4EF-D78E6B0288E0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                     Table of Contents 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8D189B7-DF09-EA14-A8A3-081517B90E79}"/>
              </a:ext>
            </a:extLst>
          </p:cNvPr>
          <p:cNvSpPr/>
          <p:nvPr/>
        </p:nvSpPr>
        <p:spPr>
          <a:xfrm>
            <a:off x="2782391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BE82A4-8929-FEF6-44BD-62517C02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423" y="1767007"/>
            <a:ext cx="5545702" cy="463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F18AA1E-5CFF-4570-7029-1C97532E6296}"/>
              </a:ext>
            </a:extLst>
          </p:cNvPr>
          <p:cNvSpPr/>
          <p:nvPr/>
        </p:nvSpPr>
        <p:spPr>
          <a:xfrm>
            <a:off x="8112642" y="1767007"/>
            <a:ext cx="91440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01A9E-EA08-6F4E-F7F2-7AB23AA5187A}"/>
              </a:ext>
            </a:extLst>
          </p:cNvPr>
          <p:cNvSpPr/>
          <p:nvPr/>
        </p:nvSpPr>
        <p:spPr>
          <a:xfrm>
            <a:off x="4266423" y="2045572"/>
            <a:ext cx="914400" cy="963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14EE4-F89B-5BF9-2E78-A4871B9AE60A}"/>
              </a:ext>
            </a:extLst>
          </p:cNvPr>
          <p:cNvSpPr/>
          <p:nvPr/>
        </p:nvSpPr>
        <p:spPr>
          <a:xfrm>
            <a:off x="4482619" y="4912242"/>
            <a:ext cx="1439716" cy="2746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7A67E9-CF9E-D3BE-AD22-ADB22166E4B6}"/>
              </a:ext>
            </a:extLst>
          </p:cNvPr>
          <p:cNvCxnSpPr/>
          <p:nvPr/>
        </p:nvCxnSpPr>
        <p:spPr>
          <a:xfrm flipH="1">
            <a:off x="5380074" y="2045572"/>
            <a:ext cx="2636875" cy="5381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7B2BA0-B7C3-61E7-1390-8332366B30A9}"/>
              </a:ext>
            </a:extLst>
          </p:cNvPr>
          <p:cNvCxnSpPr>
            <a:cxnSpLocks/>
          </p:cNvCxnSpPr>
          <p:nvPr/>
        </p:nvCxnSpPr>
        <p:spPr>
          <a:xfrm>
            <a:off x="4763386" y="3083442"/>
            <a:ext cx="244549" cy="17012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104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2963A-1D35-43CE-E3ED-A99142CC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54B9-668A-124B-1BA5-A25288F297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FA9E8-D818-58D1-6B5A-9EA8E29D97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Customize table of contents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99475E-277C-FFEC-0ED7-4C05FB24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2226-5A4D-7B39-24FB-B2D7DD5B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4D94A-1777-4494-FCDF-82380229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F51DC-CC65-03F1-C213-44E5F2121316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                     Table of Contents              Custom table Content              Show levels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DB9E79A-5E9F-2DE6-C559-15B0C8D710B8}"/>
              </a:ext>
            </a:extLst>
          </p:cNvPr>
          <p:cNvSpPr/>
          <p:nvPr/>
        </p:nvSpPr>
        <p:spPr>
          <a:xfrm>
            <a:off x="2782391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CE78B1-1A60-6C79-FBE4-9D0696E5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08" y="1811908"/>
            <a:ext cx="4308897" cy="4494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621541-E515-4ACB-A8BF-9DE2BBDB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78" y="1846020"/>
            <a:ext cx="5448580" cy="469289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9EB06E6-F185-92B9-8D7E-A143725705DC}"/>
              </a:ext>
            </a:extLst>
          </p:cNvPr>
          <p:cNvSpPr/>
          <p:nvPr/>
        </p:nvSpPr>
        <p:spPr>
          <a:xfrm>
            <a:off x="4255798" y="1767007"/>
            <a:ext cx="70960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65318E-5476-5721-6238-C34F859421DB}"/>
              </a:ext>
            </a:extLst>
          </p:cNvPr>
          <p:cNvSpPr/>
          <p:nvPr/>
        </p:nvSpPr>
        <p:spPr>
          <a:xfrm>
            <a:off x="1333500" y="1954412"/>
            <a:ext cx="709607" cy="7568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8D4D14-4271-9D68-7655-98F202769B9E}"/>
              </a:ext>
            </a:extLst>
          </p:cNvPr>
          <p:cNvSpPr/>
          <p:nvPr/>
        </p:nvSpPr>
        <p:spPr>
          <a:xfrm>
            <a:off x="1333500" y="5912129"/>
            <a:ext cx="3270398" cy="1945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33867D-B193-FBD3-F70F-D32D8F3AD7E7}"/>
              </a:ext>
            </a:extLst>
          </p:cNvPr>
          <p:cNvSpPr/>
          <p:nvPr/>
        </p:nvSpPr>
        <p:spPr>
          <a:xfrm>
            <a:off x="6655697" y="5216007"/>
            <a:ext cx="1757030" cy="288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882A16A-898C-B9A7-BBD1-371971F421ED}"/>
              </a:ext>
            </a:extLst>
          </p:cNvPr>
          <p:cNvCxnSpPr/>
          <p:nvPr/>
        </p:nvCxnSpPr>
        <p:spPr>
          <a:xfrm flipH="1">
            <a:off x="2318657" y="1954412"/>
            <a:ext cx="1806776" cy="4060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C1C776-FE3C-124B-AD24-8A000C7B0999}"/>
              </a:ext>
            </a:extLst>
          </p:cNvPr>
          <p:cNvCxnSpPr>
            <a:cxnSpLocks/>
          </p:cNvCxnSpPr>
          <p:nvPr/>
        </p:nvCxnSpPr>
        <p:spPr>
          <a:xfrm>
            <a:off x="1701209" y="2863702"/>
            <a:ext cx="485333" cy="29982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1F5E35-55D0-B145-80D3-6C6CF56B7C08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603898" y="5360502"/>
            <a:ext cx="2051799" cy="618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C4500103-C75F-8ECE-33A2-921AF7C6EC10}"/>
              </a:ext>
            </a:extLst>
          </p:cNvPr>
          <p:cNvSpPr/>
          <p:nvPr/>
        </p:nvSpPr>
        <p:spPr>
          <a:xfrm>
            <a:off x="5428975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16F37389-F347-CB33-2030-658A287D299B}"/>
              </a:ext>
            </a:extLst>
          </p:cNvPr>
          <p:cNvSpPr/>
          <p:nvPr/>
        </p:nvSpPr>
        <p:spPr>
          <a:xfrm>
            <a:off x="8452166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813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156F-A7AB-47E5-5704-D3D5F4C3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3BD7-C3B3-05FA-C0AB-2A528A92E3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29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1D43C-3230-3740-1EA2-027CF12901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pictures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E8913A-642F-2AD9-E7CF-A6CB4602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DC6B-E8C7-4073-C0A5-38B9A591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530B7-5AB2-1BF4-430E-647DB5D9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B660B-E52D-F304-168B-FE108A206BFE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Insert                     … From This Device 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2C3F49D-9AA2-6BEA-F5DE-8C14DEB0A0B6}"/>
              </a:ext>
            </a:extLst>
          </p:cNvPr>
          <p:cNvSpPr/>
          <p:nvPr/>
        </p:nvSpPr>
        <p:spPr>
          <a:xfrm>
            <a:off x="2192520" y="154710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47A876-1CBE-1B80-E870-FBAD1EF9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3" y="1889034"/>
            <a:ext cx="7770586" cy="42847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CB765D-E193-8B0A-9DDE-DC679F356E65}"/>
              </a:ext>
            </a:extLst>
          </p:cNvPr>
          <p:cNvSpPr/>
          <p:nvPr/>
        </p:nvSpPr>
        <p:spPr>
          <a:xfrm>
            <a:off x="3062177" y="1913860"/>
            <a:ext cx="1020725" cy="440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65C322-D0C9-F74C-8CAC-AB07B52634FB}"/>
              </a:ext>
            </a:extLst>
          </p:cNvPr>
          <p:cNvSpPr/>
          <p:nvPr/>
        </p:nvSpPr>
        <p:spPr>
          <a:xfrm>
            <a:off x="4642365" y="4466024"/>
            <a:ext cx="2343226" cy="440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A5514-173C-07B8-8E79-C12CACB3F8A9}"/>
              </a:ext>
            </a:extLst>
          </p:cNvPr>
          <p:cNvCxnSpPr/>
          <p:nvPr/>
        </p:nvCxnSpPr>
        <p:spPr>
          <a:xfrm>
            <a:off x="4082902" y="2354337"/>
            <a:ext cx="574158" cy="20900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00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0168-0FD4-93FD-73E8-01E6679B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066A-33F7-62CB-1C23-4EF6FBE4FB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36201-0F68-F12B-CFBD-F8CD1F27D8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pictures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57F43D-999A-A07D-31C0-CFC7FB24BC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5287-5113-2866-476B-5E280307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59168-2004-4B26-AA61-C682DC87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A7B08-765A-CE00-CAD7-15AE39C851E7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Picture Format                    Remove background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A7F69F3-D828-B644-09C0-FDE212C2A17D}"/>
              </a:ext>
            </a:extLst>
          </p:cNvPr>
          <p:cNvSpPr/>
          <p:nvPr/>
        </p:nvSpPr>
        <p:spPr>
          <a:xfrm>
            <a:off x="2989961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92B84B-2051-BCA5-2AF0-9DD0B6196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98" y="2778090"/>
            <a:ext cx="10412491" cy="16025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EC65CAB-D34D-88FC-2BB4-F7051A95AD29}"/>
              </a:ext>
            </a:extLst>
          </p:cNvPr>
          <p:cNvSpPr/>
          <p:nvPr/>
        </p:nvSpPr>
        <p:spPr>
          <a:xfrm>
            <a:off x="9324753" y="2838893"/>
            <a:ext cx="1360664" cy="4146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E6A83A-B978-AC42-2AD0-F0AB7C7E6B44}"/>
              </a:ext>
            </a:extLst>
          </p:cNvPr>
          <p:cNvSpPr/>
          <p:nvPr/>
        </p:nvSpPr>
        <p:spPr>
          <a:xfrm>
            <a:off x="1018198" y="3164680"/>
            <a:ext cx="1300459" cy="10989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62D0FB-B046-4EAA-8CA9-88A3C3BF8446}"/>
              </a:ext>
            </a:extLst>
          </p:cNvPr>
          <p:cNvCxnSpPr>
            <a:cxnSpLocks/>
          </p:cNvCxnSpPr>
          <p:nvPr/>
        </p:nvCxnSpPr>
        <p:spPr>
          <a:xfrm flipH="1">
            <a:off x="2318657" y="3253563"/>
            <a:ext cx="7006096" cy="489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513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DAD1-9845-D509-D3E2-F1FA1E0E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1FC8-ABCC-B278-A56B-C18EF2880A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F3C0A-27F4-2E22-D3C9-1C49FB5B0C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picture effects and picture styles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2A1460-2741-78A8-51B5-95E88B38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13762-577B-35DD-19FB-CD008118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DC73F-7692-C271-9BBB-D20E49C8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6B13-4F18-4854-FAF9-797A81B85224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Picture Format                    Picture Effect               Glow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9FA650B-CCA8-FB34-2460-C509E8779523}"/>
              </a:ext>
            </a:extLst>
          </p:cNvPr>
          <p:cNvSpPr/>
          <p:nvPr/>
        </p:nvSpPr>
        <p:spPr>
          <a:xfrm>
            <a:off x="2989961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6D81E8-8468-F9F5-FA58-7F09FBF97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786" y="1798945"/>
            <a:ext cx="6294474" cy="46873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BF72D5-B05E-5057-72D9-BF893795203D}"/>
              </a:ext>
            </a:extLst>
          </p:cNvPr>
          <p:cNvSpPr/>
          <p:nvPr/>
        </p:nvSpPr>
        <p:spPr>
          <a:xfrm>
            <a:off x="4784651" y="1767007"/>
            <a:ext cx="1311349" cy="2850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4CF93-CF2E-8242-47C6-419713DA3383}"/>
              </a:ext>
            </a:extLst>
          </p:cNvPr>
          <p:cNvSpPr/>
          <p:nvPr/>
        </p:nvSpPr>
        <p:spPr>
          <a:xfrm>
            <a:off x="3568477" y="3599351"/>
            <a:ext cx="1684007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272111-F413-B003-7C9E-8C89AADA74F8}"/>
              </a:ext>
            </a:extLst>
          </p:cNvPr>
          <p:cNvSpPr/>
          <p:nvPr/>
        </p:nvSpPr>
        <p:spPr>
          <a:xfrm>
            <a:off x="6613451" y="4503700"/>
            <a:ext cx="703095" cy="5680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55F6CF-B420-9531-9F06-04B1A678773F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4410481" y="2052084"/>
            <a:ext cx="1029845" cy="1547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624AC1-58A1-DFD3-52A0-D5D8355FA38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>
            <a:off x="4410481" y="3964476"/>
            <a:ext cx="2202970" cy="8232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4C3BD789-B022-6EC1-FE00-AE04D46892D5}"/>
              </a:ext>
            </a:extLst>
          </p:cNvPr>
          <p:cNvSpPr/>
          <p:nvPr/>
        </p:nvSpPr>
        <p:spPr>
          <a:xfrm>
            <a:off x="5339054" y="155385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811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FA0C-54EE-0302-766F-39650C10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8AFA-0930-2475-B319-B44123F8B7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2A8A4-F475-EBBC-7925-7C8452607F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1"/>
            <a:ext cx="9601444" cy="1225867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Position objects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482E72-0F54-CE5A-DB7B-6695BEC0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83D3E-1814-294F-BE97-DE90AD70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D9A2-3363-00A6-661D-916502B8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205B7-BC9B-9EB5-517B-419CC847CDE4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Picture wrapping                  Layout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14A2197B-A1FD-F489-2ACA-0B4E86E8FAC5}"/>
              </a:ext>
            </a:extLst>
          </p:cNvPr>
          <p:cNvSpPr/>
          <p:nvPr/>
        </p:nvSpPr>
        <p:spPr>
          <a:xfrm>
            <a:off x="2989961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695C6-08E2-A40E-D397-2683DDA4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0" y="2142331"/>
            <a:ext cx="4000657" cy="4298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722E86-E5A9-6BB3-4B68-E709A1F1D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77" r="23378"/>
          <a:stretch>
            <a:fillRect/>
          </a:stretch>
        </p:blipFill>
        <p:spPr>
          <a:xfrm>
            <a:off x="4155765" y="2125341"/>
            <a:ext cx="4137631" cy="44456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5E803D-B895-F427-8C6A-0DACB315A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536" y="2424223"/>
            <a:ext cx="3913808" cy="422851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C518089-ABB9-FDB7-94DD-22D9286F7669}"/>
              </a:ext>
            </a:extLst>
          </p:cNvPr>
          <p:cNvSpPr/>
          <p:nvPr/>
        </p:nvSpPr>
        <p:spPr>
          <a:xfrm>
            <a:off x="765544" y="2424223"/>
            <a:ext cx="776177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09F1D3-FB1E-AFF7-C9A8-1B71BB29ADCB}"/>
              </a:ext>
            </a:extLst>
          </p:cNvPr>
          <p:cNvSpPr/>
          <p:nvPr/>
        </p:nvSpPr>
        <p:spPr>
          <a:xfrm>
            <a:off x="1118233" y="2912517"/>
            <a:ext cx="776177" cy="76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8C93BA-F629-6716-7E4A-975B1DF06126}"/>
              </a:ext>
            </a:extLst>
          </p:cNvPr>
          <p:cNvSpPr/>
          <p:nvPr/>
        </p:nvSpPr>
        <p:spPr>
          <a:xfrm>
            <a:off x="4255798" y="3429000"/>
            <a:ext cx="1687802" cy="590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979E7A-E512-8CCC-648F-A8C684BA32BB}"/>
              </a:ext>
            </a:extLst>
          </p:cNvPr>
          <p:cNvSpPr/>
          <p:nvPr/>
        </p:nvSpPr>
        <p:spPr>
          <a:xfrm>
            <a:off x="8177272" y="3857847"/>
            <a:ext cx="3752457" cy="3420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1D4368-36CD-FEF5-F901-7259E06C7BB5}"/>
              </a:ext>
            </a:extLst>
          </p:cNvPr>
          <p:cNvSpPr/>
          <p:nvPr/>
        </p:nvSpPr>
        <p:spPr>
          <a:xfrm>
            <a:off x="8275142" y="4515063"/>
            <a:ext cx="3752457" cy="3420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88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F73F-D731-E3CC-5B26-4CAC6E48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979F-55AE-F49D-2FB0-2157AA98A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C933F-EC0A-216B-003C-4688311016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2"/>
            <a:ext cx="9601444" cy="821136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and hide formatting symbols and hidden text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E124D-AF27-EBEA-A48D-3149CA9D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532B-332C-B289-F4FD-96B62F78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14EC7-74E1-D36A-F270-47B53469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9FBA4-4A91-60D0-9E58-B06459642714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                                    Hide/Show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A732DFDD-432A-D91F-4B86-A74B3C3B7964}"/>
              </a:ext>
            </a:extLst>
          </p:cNvPr>
          <p:cNvSpPr/>
          <p:nvPr/>
        </p:nvSpPr>
        <p:spPr>
          <a:xfrm>
            <a:off x="2989961" y="1558804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8AE38-0EA2-5FD7-3F6D-4F95F3A9B06C}"/>
              </a:ext>
            </a:extLst>
          </p:cNvPr>
          <p:cNvSpPr txBox="1"/>
          <p:nvPr/>
        </p:nvSpPr>
        <p:spPr>
          <a:xfrm>
            <a:off x="1118233" y="2018755"/>
            <a:ext cx="2738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TASK 34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2E1C9-C93A-5F8E-C5B5-994931EE594A}"/>
              </a:ext>
            </a:extLst>
          </p:cNvPr>
          <p:cNvSpPr txBox="1"/>
          <p:nvPr/>
        </p:nvSpPr>
        <p:spPr>
          <a:xfrm>
            <a:off x="1118233" y="2483725"/>
            <a:ext cx="6991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Add alternative text to objects for accessibility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66FBA4-B472-3CE4-E3A1-5001216D9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20" y="1860698"/>
            <a:ext cx="5121649" cy="492723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83E14DF-DBB9-258B-37B5-CA7D4C463B06}"/>
              </a:ext>
            </a:extLst>
          </p:cNvPr>
          <p:cNvSpPr/>
          <p:nvPr/>
        </p:nvSpPr>
        <p:spPr>
          <a:xfrm>
            <a:off x="7031721" y="1831867"/>
            <a:ext cx="1078306" cy="292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CEEA1E-CAA0-84C6-E87A-54253FEC8F8B}"/>
              </a:ext>
            </a:extLst>
          </p:cNvPr>
          <p:cNvSpPr/>
          <p:nvPr/>
        </p:nvSpPr>
        <p:spPr>
          <a:xfrm>
            <a:off x="7184121" y="2124220"/>
            <a:ext cx="577646" cy="7903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2C7576-B4F7-C89F-4898-78EC5A40F8FB}"/>
              </a:ext>
            </a:extLst>
          </p:cNvPr>
          <p:cNvCxnSpPr>
            <a:stCxn id="15" idx="2"/>
          </p:cNvCxnSpPr>
          <p:nvPr/>
        </p:nvCxnSpPr>
        <p:spPr>
          <a:xfrm>
            <a:off x="7472944" y="2914612"/>
            <a:ext cx="1128796" cy="1997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Brace 17">
            <a:extLst>
              <a:ext uri="{FF2B5EF4-FFF2-40B4-BE49-F238E27FC236}">
                <a16:creationId xmlns:a16="http://schemas.microsoft.com/office/drawing/2014/main" id="{50A9F21F-7F17-CCD6-33F8-A7B40D3A02C5}"/>
              </a:ext>
            </a:extLst>
          </p:cNvPr>
          <p:cNvSpPr/>
          <p:nvPr/>
        </p:nvSpPr>
        <p:spPr>
          <a:xfrm>
            <a:off x="8601739" y="3211033"/>
            <a:ext cx="441223" cy="3338623"/>
          </a:xfrm>
          <a:prstGeom prst="leftBrac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99DEA-FE4E-F682-2AF4-9D08FEC811F6}"/>
              </a:ext>
            </a:extLst>
          </p:cNvPr>
          <p:cNvSpPr txBox="1"/>
          <p:nvPr/>
        </p:nvSpPr>
        <p:spPr>
          <a:xfrm>
            <a:off x="1118233" y="3117342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Picture Format                               Alt Text                     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C1C80132-FB5A-CAF8-A1BD-A263FEFACE7F}"/>
              </a:ext>
            </a:extLst>
          </p:cNvPr>
          <p:cNvSpPr/>
          <p:nvPr/>
        </p:nvSpPr>
        <p:spPr>
          <a:xfrm>
            <a:off x="3308870" y="325661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43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CEDE-0519-AFEF-F0F2-83A223A1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4DD0-C8F0-E6D4-B1CF-A2CB7D2D7E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57052-2085-CC5D-6D9E-59C0BDB4AA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2"/>
            <a:ext cx="9601444" cy="821136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Locate and correct accessibility issues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94B88C-12B5-71CB-47D8-5E02E4A9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28FCD-1886-D26B-D9C5-05B7EAB5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DFDCE-794C-05AE-EEC4-E4C0FDE3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2" name="Picture 11" descr="A screenshot of a computer">
            <a:extLst>
              <a:ext uri="{FF2B5EF4-FFF2-40B4-BE49-F238E27FC236}">
                <a16:creationId xmlns:a16="http://schemas.microsoft.com/office/drawing/2014/main" id="{D7C065AC-89A6-D5DD-65A0-1CC9D1A97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73" y="2309246"/>
            <a:ext cx="5955301" cy="40607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46896A-3A9D-3795-F10F-E2C86F12AEF4}"/>
              </a:ext>
            </a:extLst>
          </p:cNvPr>
          <p:cNvSpPr/>
          <p:nvPr/>
        </p:nvSpPr>
        <p:spPr>
          <a:xfrm>
            <a:off x="1118233" y="5912128"/>
            <a:ext cx="2018372" cy="563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3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FCE3-30E6-3CAD-EEE1-F3D2AA7D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ACA3-DE15-FA7A-4AAB-E60BC9768F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FB80B-CD93-E82A-F820-4D515047A9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2"/>
            <a:ext cx="9601444" cy="821136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Locate and correct compatibility issues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645B27-C6A1-A483-B94F-5A73269F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1D277-FFB3-E701-E75D-E35A606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7E3EC-2D15-B308-97EE-92891FAE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0D6D-0512-C239-9C18-7671F4E63291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                                    Info                   Inspect Document                    Check Compatibility                     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4FDD3F3-784D-B899-45B3-D53611E3D0DC}"/>
              </a:ext>
            </a:extLst>
          </p:cNvPr>
          <p:cNvSpPr/>
          <p:nvPr/>
        </p:nvSpPr>
        <p:spPr>
          <a:xfrm>
            <a:off x="2375278" y="154884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 descr="A screenshot of a document&#10;&#10;AI-generated content may be incorrect.">
            <a:extLst>
              <a:ext uri="{FF2B5EF4-FFF2-40B4-BE49-F238E27FC236}">
                <a16:creationId xmlns:a16="http://schemas.microsoft.com/office/drawing/2014/main" id="{0D6A2AF8-EC42-5D7D-19DE-9C31D830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2" y="1825526"/>
            <a:ext cx="6622269" cy="46259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4F6082E-0FFA-A6D1-A0BE-F0E6665E7B36}"/>
              </a:ext>
            </a:extLst>
          </p:cNvPr>
          <p:cNvSpPr/>
          <p:nvPr/>
        </p:nvSpPr>
        <p:spPr>
          <a:xfrm>
            <a:off x="1118233" y="2020186"/>
            <a:ext cx="1284725" cy="4997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0BA008-DFEC-9792-E713-D7CE0E39863C}"/>
              </a:ext>
            </a:extLst>
          </p:cNvPr>
          <p:cNvSpPr/>
          <p:nvPr/>
        </p:nvSpPr>
        <p:spPr>
          <a:xfrm>
            <a:off x="2989961" y="3065720"/>
            <a:ext cx="4335872" cy="1080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03EAD-466F-BB8A-43F4-304FAE81F576}"/>
              </a:ext>
            </a:extLst>
          </p:cNvPr>
          <p:cNvSpPr/>
          <p:nvPr/>
        </p:nvSpPr>
        <p:spPr>
          <a:xfrm>
            <a:off x="3228643" y="5688419"/>
            <a:ext cx="3295214" cy="667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075BD2-8645-6359-B44B-2FE41465536B}"/>
              </a:ext>
            </a:extLst>
          </p:cNvPr>
          <p:cNvCxnSpPr>
            <a:stCxn id="16" idx="2"/>
            <a:endCxn id="21" idx="1"/>
          </p:cNvCxnSpPr>
          <p:nvPr/>
        </p:nvCxnSpPr>
        <p:spPr>
          <a:xfrm>
            <a:off x="1760596" y="2519916"/>
            <a:ext cx="1229365" cy="10862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8D41F2-BDA3-C81E-A9E0-097ACFF8657B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4876250" y="4146698"/>
            <a:ext cx="281647" cy="15417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F7FE325B-9018-5530-0B15-71FA8B8CAB28}"/>
              </a:ext>
            </a:extLst>
          </p:cNvPr>
          <p:cNvSpPr/>
          <p:nvPr/>
        </p:nvSpPr>
        <p:spPr>
          <a:xfrm>
            <a:off x="4366684" y="1542835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5337FFFC-B05E-2AA0-48CE-AEB54AF0373D}"/>
              </a:ext>
            </a:extLst>
          </p:cNvPr>
          <p:cNvSpPr/>
          <p:nvPr/>
        </p:nvSpPr>
        <p:spPr>
          <a:xfrm>
            <a:off x="7287367" y="1542835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851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2890-A9D0-AB1A-B1D4-FB574465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B4BD-A857-D0C3-6CA1-048AF2EB8D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551854"/>
            <a:ext cx="3171825" cy="394017"/>
          </a:xfrm>
        </p:spPr>
        <p:txBody>
          <a:bodyPr>
            <a:noAutofit/>
          </a:bodyPr>
          <a:lstStyle/>
          <a:p>
            <a:r>
              <a:rPr lang="en-US" sz="2000" b="1" dirty="0"/>
              <a:t>TASK 37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A0518-7CB0-5842-A977-7B89062CE0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973" y="945872"/>
            <a:ext cx="9601444" cy="821136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Locate and correct compatibility issues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EDF797-40B1-885A-0138-A0D1F76F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2D032-F1A6-A17D-28E1-30871801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Microsoft Imagine Academy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7855F-E753-DC03-CD0B-21ACEC24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74EDC-BED6-5EA5-2863-0BE4298E4106}"/>
              </a:ext>
            </a:extLst>
          </p:cNvPr>
          <p:cNvSpPr txBox="1"/>
          <p:nvPr/>
        </p:nvSpPr>
        <p:spPr>
          <a:xfrm>
            <a:off x="1118233" y="1397675"/>
            <a:ext cx="106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                                    Save as                   PDF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D2716BD6-E5A5-97C9-6CFF-0777AF8F8D8C}"/>
              </a:ext>
            </a:extLst>
          </p:cNvPr>
          <p:cNvSpPr/>
          <p:nvPr/>
        </p:nvSpPr>
        <p:spPr>
          <a:xfrm>
            <a:off x="2375278" y="1548848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8770A4E2-0C0A-0C46-DB73-5D7C104149E5}"/>
              </a:ext>
            </a:extLst>
          </p:cNvPr>
          <p:cNvSpPr/>
          <p:nvPr/>
        </p:nvSpPr>
        <p:spPr>
          <a:xfrm>
            <a:off x="4675363" y="1559166"/>
            <a:ext cx="477365" cy="7901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E421C183-1865-4A82-5501-8754A3A58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3" y="1779033"/>
            <a:ext cx="10172061" cy="46587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425E98-EFD4-B748-2A53-1EB7F67F50DE}"/>
              </a:ext>
            </a:extLst>
          </p:cNvPr>
          <p:cNvSpPr/>
          <p:nvPr/>
        </p:nvSpPr>
        <p:spPr>
          <a:xfrm>
            <a:off x="1244009" y="4104167"/>
            <a:ext cx="839972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21DEBE-92D3-12CD-8159-17A7F44753DD}"/>
              </a:ext>
            </a:extLst>
          </p:cNvPr>
          <p:cNvSpPr/>
          <p:nvPr/>
        </p:nvSpPr>
        <p:spPr>
          <a:xfrm>
            <a:off x="10450322" y="2736111"/>
            <a:ext cx="839972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8170F-B10A-C09D-780E-7CD998364349}"/>
              </a:ext>
            </a:extLst>
          </p:cNvPr>
          <p:cNvSpPr/>
          <p:nvPr/>
        </p:nvSpPr>
        <p:spPr>
          <a:xfrm>
            <a:off x="5410655" y="4026195"/>
            <a:ext cx="839972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999AC9-D31A-7BAE-2D07-CA5B74FA1ABC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2083981" y="2918674"/>
            <a:ext cx="8366341" cy="1368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87F042-587A-C54B-6438-DE44374C2FAA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flipH="1">
            <a:off x="6250627" y="3101236"/>
            <a:ext cx="4619681" cy="1107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364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MIA Team – Adeleke University</a:t>
            </a:r>
          </a:p>
          <a:p>
            <a:endParaRPr lang="en-US" dirty="0"/>
          </a:p>
          <a:p>
            <a:r>
              <a:rPr lang="en-US" dirty="0"/>
              <a:t>Contact this number for any enquiry:</a:t>
            </a:r>
          </a:p>
          <a:p>
            <a:r>
              <a:rPr lang="en-US" dirty="0"/>
              <a:t>09158715002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70FC3C049ED4AA152707633774684" ma:contentTypeVersion="5" ma:contentTypeDescription="Create a new document." ma:contentTypeScope="" ma:versionID="8d57e56867910710f6f144bbbd47d41b">
  <xsd:schema xmlns:xsd="http://www.w3.org/2001/XMLSchema" xmlns:xs="http://www.w3.org/2001/XMLSchema" xmlns:p="http://schemas.microsoft.com/office/2006/metadata/properties" xmlns:ns3="27c07fb6-4239-49a2-bccc-fd3ebd276da6" targetNamespace="http://schemas.microsoft.com/office/2006/metadata/properties" ma:root="true" ma:fieldsID="2fd55f8fe04220c3db7f505b133cb53d" ns3:_="">
    <xsd:import namespace="27c07fb6-4239-49a2-bccc-fd3ebd276da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07fb6-4239-49a2-bccc-fd3ebd276da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845F9-C5F4-4AA5-BA9E-EC2182E91488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7c07fb6-4239-49a2-bccc-fd3ebd276da6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0754F1-0681-443B-A31D-EAC06A30A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c07fb6-4239-49a2-bccc-fd3ebd276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</TotalTime>
  <Words>853</Words>
  <Application>Microsoft Office PowerPoint</Application>
  <PresentationFormat>Widescreen</PresentationFormat>
  <Paragraphs>257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Segoe UI</vt:lpstr>
      <vt:lpstr>Tenorite</vt:lpstr>
      <vt:lpstr>Monoline</vt:lpstr>
      <vt:lpstr>MICROSOFT WORD</vt:lpstr>
      <vt:lpstr>BRIEF</vt:lpstr>
      <vt:lpstr>UNDERSTANDING THE INTERFACE</vt:lpstr>
      <vt:lpstr>UNDERSTANDING THE INTERFACE</vt:lpstr>
      <vt:lpstr>TASK 1-4; Tasks</vt:lpstr>
      <vt:lpstr>SOLUTION</vt:lpstr>
      <vt:lpstr>TASK 2; Apply built-in character and paragraph styles </vt:lpstr>
      <vt:lpstr>TASK 3: Apply formatting by using Format Painter</vt:lpstr>
      <vt:lpstr>Apply text effects</vt:lpstr>
      <vt:lpstr>TASK 5: Insert page, section, and column breaks </vt:lpstr>
      <vt:lpstr>Show and hide formatting symbols and hidden text</vt:lpstr>
      <vt:lpstr>TASK 7</vt:lpstr>
      <vt:lpstr>TASK 8: Find and Replace text</vt:lpstr>
      <vt:lpstr>Link to locations within documents [ADDING BOOKMARK]</vt:lpstr>
      <vt:lpstr>TASK 10: Search for text</vt:lpstr>
      <vt:lpstr>TASK 13</vt:lpstr>
      <vt:lpstr>TASK 14</vt:lpstr>
      <vt:lpstr>TASK 15</vt:lpstr>
      <vt:lpstr>TASK 16</vt:lpstr>
      <vt:lpstr>TASK 17</vt:lpstr>
      <vt:lpstr>TASK 18 &amp; 19</vt:lpstr>
      <vt:lpstr>TASK 20</vt:lpstr>
      <vt:lpstr>TASK 21</vt:lpstr>
      <vt:lpstr>TASK 22</vt:lpstr>
      <vt:lpstr>TASK 23</vt:lpstr>
      <vt:lpstr>TASK 24</vt:lpstr>
      <vt:lpstr>TASK 25</vt:lpstr>
      <vt:lpstr>TASK 26</vt:lpstr>
      <vt:lpstr>TASK 27</vt:lpstr>
      <vt:lpstr>TASK 28</vt:lpstr>
      <vt:lpstr>TASK 29</vt:lpstr>
      <vt:lpstr>TASK 30</vt:lpstr>
      <vt:lpstr>TASK 31</vt:lpstr>
      <vt:lpstr>TASK 32</vt:lpstr>
      <vt:lpstr>TASK 33</vt:lpstr>
      <vt:lpstr>TASK 35</vt:lpstr>
      <vt:lpstr>TASK 36</vt:lpstr>
      <vt:lpstr>TASK 37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Office Laptop</cp:lastModifiedBy>
  <cp:revision>29</cp:revision>
  <dcterms:created xsi:type="dcterms:W3CDTF">2023-07-24T01:11:48Z</dcterms:created>
  <dcterms:modified xsi:type="dcterms:W3CDTF">2025-11-19T15:58:01Z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0x010100BD670FC3C049ED4AA152707633774684</vt:lpwstr>
  </property>
  <property fmtid="{D5CDD505-2E9C-101B-9397-08002B2CF9AE}" pid="3" name="MediaServiceImageTags">
    <vt:lpwstr/>
  </property>
</Properties>
</file>